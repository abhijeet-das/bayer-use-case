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3.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heme/theme4.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8" r:id="rId6"/>
    <p:sldMasterId id="2147483755" r:id="rId7"/>
    <p:sldMasterId id="2147483787" r:id="rId8"/>
  </p:sldMasterIdLst>
  <p:notesMasterIdLst>
    <p:notesMasterId r:id="rId12"/>
  </p:notesMasterIdLst>
  <p:sldIdLst>
    <p:sldId id="259" r:id="rId9"/>
    <p:sldId id="258" r:id="rId10"/>
    <p:sldId id="291"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1DC7448-D769-49F0-887F-CB392AEA7ECC}">
          <p14:sldIdLst>
            <p14:sldId id="259"/>
            <p14:sldId id="258"/>
            <p14:sldId id="291"/>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FAF5803-2787-60E1-3B55-9FCC6A5110C9}" name="Ng, Natasha" initials="NN" userId="S::njng@deloitte.co.uk::4bd91bce-100a-4ee2-858c-e7a42b58cbe3" providerId="AD"/>
  <p188:author id="{9DFA6F06-A01D-4E0D-B950-EE92A4D84FAB}" name="Nayar, Pallvi" initials="PN" userId="S::pnayar@deloitte.co.uk::89e9ebf0-c33f-4cb6-9248-b38abf99ae33" providerId="AD"/>
  <p188:author id="{2BD5EE0D-3516-8318-B9F9-53F7F6A0BBEB}" name="Julyan, Clarice Hazel" initials="" userId="S::cjulyan@deloitte.co.uk::1200bd5f-081b-4a70-b661-a86bcf463f9b" providerId="AD"/>
  <p188:author id="{2FD45F14-C963-CF73-841B-DBDB0310542B}" name="Bhagat, Vivan" initials="VB" userId="S::vivanbhagat@deloitte.co.uk::a6e90a3e-1ed0-4a7f-87ea-aa5bda8ff168" providerId="AD"/>
  <p188:author id="{3DFCB983-4E80-FF76-A3F8-D0C69049900F}" name="Lima, Analia" initials="LA" userId="S::alima@deloitte.co.uk::6e0b16e1-3dbd-4430-afaa-840b29af6722" providerId="AD"/>
  <p188:author id="{92972DAC-AE1B-1C76-E61E-74CED02BB6DF}" name="Ayton, Angela" initials="AA" userId="S::aayton@deloitte.co.uk::237d4f40-417a-4cfb-8353-842ad8bd8cd3" providerId="AD"/>
  <p188:author id="{51C8C1AF-0FD9-9B69-B214-C036108E2F2B}" name="Burton, Kim" initials="BK" userId="S::kburton@deloitte.co.uk::16b736a6-e7e9-4a5a-bfa4-b69790ad9b3f" providerId="AD"/>
  <p188:author id="{86679DC7-CDB0-BA01-C4B3-37F2A81C8702}" name="Ihenacho, Benedict" initials="BI" userId="S::bihenacho@deloitte.co.uk::d1e5e160-3f25-401a-bdde-51a03de7ad13" providerId="AD"/>
  <p188:author id="{B352B4D8-6CF1-AC59-CB9D-4869CE246CB2}" name="Qasem, Nermin" initials="" userId="S::nerminqasem@deloitte.co.uk::626c11fb-f688-48ef-9d4b-5fee88761d4d"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17E2F7"/>
    <a:srgbClr val="86BC2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0FEF64-B7B6-82EC-6728-138547A2F0CE}" v="45" dt="2026-07-10T16:47:47.99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53" autoAdjust="0"/>
    <p:restoredTop sz="94660"/>
  </p:normalViewPr>
  <p:slideViewPr>
    <p:cSldViewPr snapToGrid="0">
      <p:cViewPr varScale="1">
        <p:scale>
          <a:sx n="101" d="100"/>
          <a:sy n="101" d="100"/>
        </p:scale>
        <p:origin x="912"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3.xml"/><Relationship Id="rId13" Type="http://schemas.openxmlformats.org/officeDocument/2006/relationships/presProps" Target="presProps.xml"/><Relationship Id="rId18" Type="http://schemas.microsoft.com/office/2018/10/relationships/authors" Target="authors.xml"/><Relationship Id="rId3" Type="http://schemas.openxmlformats.org/officeDocument/2006/relationships/customXml" Target="../customXml/item3.xml"/><Relationship Id="rId7" Type="http://schemas.openxmlformats.org/officeDocument/2006/relationships/slideMaster" Target="slideMasters/slideMaster2.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3.xml"/><Relationship Id="rId5" Type="http://schemas.openxmlformats.org/officeDocument/2006/relationships/customXml" Target="../customXml/item5.xml"/><Relationship Id="rId15" Type="http://schemas.openxmlformats.org/officeDocument/2006/relationships/theme" Target="theme/theme1.xml"/><Relationship Id="rId10" Type="http://schemas.openxmlformats.org/officeDocument/2006/relationships/slide" Target="slides/slide2.xml"/><Relationship Id="rId4" Type="http://schemas.openxmlformats.org/officeDocument/2006/relationships/customXml" Target="../customXml/item4.xml"/><Relationship Id="rId9" Type="http://schemas.openxmlformats.org/officeDocument/2006/relationships/slide" Target="slides/slide1.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81726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B5079-8BE2-E0B1-5A4E-8AD65F1C6283}"/>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2893DDCD-32B7-D2D1-0F43-4067573A14E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DD17529-B2BF-4CC1-3DA8-73F919C1E4A2}"/>
              </a:ext>
            </a:extLst>
          </p:cNvPr>
          <p:cNvSpPr>
            <a:spLocks noGrp="1"/>
          </p:cNvSpPr>
          <p:nvPr>
            <p:ph type="sldNum" sz="quarter" idx="4294967295"/>
          </p:nvPr>
        </p:nvSpPr>
        <p:spPr>
          <a:xfrm>
            <a:off x="5867400" y="8686800"/>
            <a:ext cx="609600" cy="227013"/>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F4A2C8-6C88-4E71-83EE-698B9D4FE22F}"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75928786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6.emf"/></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4.xml"/><Relationship Id="rId4" Type="http://schemas.openxmlformats.org/officeDocument/2006/relationships/image" Target="../media/image6.emf"/></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5.xml"/><Relationship Id="rId4" Type="http://schemas.openxmlformats.org/officeDocument/2006/relationships/image" Target="../media/image6.emf"/></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3.xml"/><Relationship Id="rId1" Type="http://schemas.openxmlformats.org/officeDocument/2006/relationships/tags" Target="../tags/tag7.xml"/><Relationship Id="rId4" Type="http://schemas.openxmlformats.org/officeDocument/2006/relationships/image" Target="../media/image6.emf"/></Relationships>
</file>

<file path=ppt/slideLayouts/_rels/slideLayout4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3.xml"/><Relationship Id="rId1" Type="http://schemas.openxmlformats.org/officeDocument/2006/relationships/tags" Target="../tags/tag8.xml"/><Relationship Id="rId4" Type="http://schemas.openxmlformats.org/officeDocument/2006/relationships/image" Target="../media/image6.emf"/></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3.xml"/><Relationship Id="rId1" Type="http://schemas.openxmlformats.org/officeDocument/2006/relationships/tags" Target="../tags/tag9.xml"/><Relationship Id="rId4" Type="http://schemas.openxmlformats.org/officeDocument/2006/relationships/image" Target="../media/image6.emf"/></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3.xml"/><Relationship Id="rId1" Type="http://schemas.openxmlformats.org/officeDocument/2006/relationships/tags" Target="../tags/tag10.xml"/><Relationship Id="rId4" Type="http://schemas.openxmlformats.org/officeDocument/2006/relationships/image" Target="../media/image6.emf"/></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Master" Target="../slideMasters/slideMaster3.xml"/><Relationship Id="rId1" Type="http://schemas.openxmlformats.org/officeDocument/2006/relationships/tags" Target="../tags/tag11.xml"/><Relationship Id="rId5" Type="http://schemas.openxmlformats.org/officeDocument/2006/relationships/image" Target="../media/image6.emf"/><Relationship Id="rId4" Type="http://schemas.openxmlformats.org/officeDocument/2006/relationships/oleObject" Target="../embeddings/oleObject4.bin"/></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Master" Target="../slideMasters/slideMaster3.xml"/><Relationship Id="rId1" Type="http://schemas.openxmlformats.org/officeDocument/2006/relationships/tags" Target="../tags/tag12.xml"/><Relationship Id="rId5" Type="http://schemas.openxmlformats.org/officeDocument/2006/relationships/image" Target="../media/image6.emf"/><Relationship Id="rId4" Type="http://schemas.openxmlformats.org/officeDocument/2006/relationships/oleObject" Target="../embeddings/oleObject4.bin"/></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Master" Target="../slideMasters/slideMaster3.xml"/><Relationship Id="rId1" Type="http://schemas.openxmlformats.org/officeDocument/2006/relationships/tags" Target="../tags/tag13.xml"/><Relationship Id="rId5" Type="http://schemas.openxmlformats.org/officeDocument/2006/relationships/image" Target="../media/image6.emf"/><Relationship Id="rId4" Type="http://schemas.openxmlformats.org/officeDocument/2006/relationships/oleObject" Target="../embeddings/oleObject4.bin"/></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Master" Target="../slideMasters/slideMaster3.xml"/><Relationship Id="rId1" Type="http://schemas.openxmlformats.org/officeDocument/2006/relationships/tags" Target="../tags/tag14.xml"/><Relationship Id="rId5" Type="http://schemas.openxmlformats.org/officeDocument/2006/relationships/image" Target="../media/image6.emf"/><Relationship Id="rId4" Type="http://schemas.openxmlformats.org/officeDocument/2006/relationships/oleObject" Target="../embeddings/oleObject4.bin"/></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3.xml"/><Relationship Id="rId1" Type="http://schemas.openxmlformats.org/officeDocument/2006/relationships/tags" Target="../tags/tag15.xml"/><Relationship Id="rId4" Type="http://schemas.openxmlformats.org/officeDocument/2006/relationships/image" Target="../media/image6.emf"/></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3.xml"/><Relationship Id="rId1" Type="http://schemas.openxmlformats.org/officeDocument/2006/relationships/tags" Target="../tags/tag16.xml"/><Relationship Id="rId4" Type="http://schemas.openxmlformats.org/officeDocument/2006/relationships/image" Target="../media/image6.emf"/></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3.xml"/><Relationship Id="rId1" Type="http://schemas.openxmlformats.org/officeDocument/2006/relationships/tags" Target="../tags/tag17.xml"/><Relationship Id="rId4" Type="http://schemas.openxmlformats.org/officeDocument/2006/relationships/image" Target="../media/image6.emf"/></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3.xml"/><Relationship Id="rId1" Type="http://schemas.openxmlformats.org/officeDocument/2006/relationships/tags" Target="../tags/tag18.xml"/><Relationship Id="rId4" Type="http://schemas.openxmlformats.org/officeDocument/2006/relationships/image" Target="../media/image6.emf"/></Relationships>
</file>

<file path=ppt/slideLayouts/_rels/slideLayout6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3.xml"/><Relationship Id="rId1" Type="http://schemas.openxmlformats.org/officeDocument/2006/relationships/tags" Target="../tags/tag19.xml"/><Relationship Id="rId4" Type="http://schemas.openxmlformats.org/officeDocument/2006/relationships/image" Target="../media/image6.emf"/></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Master" Target="../slideMasters/slideMaster3.xml"/><Relationship Id="rId1" Type="http://schemas.openxmlformats.org/officeDocument/2006/relationships/tags" Target="../tags/tag20.xml"/><Relationship Id="rId5" Type="http://schemas.openxmlformats.org/officeDocument/2006/relationships/image" Target="../media/image6.emf"/><Relationship Id="rId4" Type="http://schemas.openxmlformats.org/officeDocument/2006/relationships/oleObject" Target="../embeddings/oleObject4.bin"/></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Master" Target="../slideMasters/slideMaster3.xml"/><Relationship Id="rId1" Type="http://schemas.openxmlformats.org/officeDocument/2006/relationships/tags" Target="../tags/tag21.xml"/><Relationship Id="rId5" Type="http://schemas.openxmlformats.org/officeDocument/2006/relationships/image" Target="../media/image6.emf"/><Relationship Id="rId4" Type="http://schemas.openxmlformats.org/officeDocument/2006/relationships/oleObject" Target="../embeddings/oleObject4.bin"/></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Master" Target="../slideMasters/slideMaster3.xml"/><Relationship Id="rId1" Type="http://schemas.openxmlformats.org/officeDocument/2006/relationships/tags" Target="../tags/tag22.xml"/><Relationship Id="rId5" Type="http://schemas.openxmlformats.org/officeDocument/2006/relationships/image" Target="../media/image6.emf"/><Relationship Id="rId4" Type="http://schemas.openxmlformats.org/officeDocument/2006/relationships/oleObject" Target="../embeddings/oleObject4.bin"/></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Master" Target="../slideMasters/slideMaster3.xml"/><Relationship Id="rId1" Type="http://schemas.openxmlformats.org/officeDocument/2006/relationships/tags" Target="../tags/tag23.xml"/><Relationship Id="rId5" Type="http://schemas.openxmlformats.org/officeDocument/2006/relationships/image" Target="../media/image6.emf"/><Relationship Id="rId4" Type="http://schemas.openxmlformats.org/officeDocument/2006/relationships/oleObject" Target="../embeddings/oleObject4.bin"/></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3.xml"/><Relationship Id="rId1" Type="http://schemas.openxmlformats.org/officeDocument/2006/relationships/tags" Target="../tags/tag24.xml"/><Relationship Id="rId4" Type="http://schemas.openxmlformats.org/officeDocument/2006/relationships/image" Target="../media/image6.emf"/></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41" name="Picture Placeholder 8">
            <a:extLst>
              <a:ext uri="{FF2B5EF4-FFF2-40B4-BE49-F238E27FC236}">
                <a16:creationId xmlns:a16="http://schemas.microsoft.com/office/drawing/2014/main" id="{AC175F74-77C8-4969-BBF5-920619ED7628}"/>
              </a:ext>
            </a:extLst>
          </p:cNvPr>
          <p:cNvSpPr>
            <a:spLocks noGrp="1"/>
          </p:cNvSpPr>
          <p:nvPr>
            <p:ph type="pic" sz="quarter" idx="11"/>
          </p:nvPr>
        </p:nvSpPr>
        <p:spPr>
          <a:xfrm>
            <a:off x="3393716" y="727595"/>
            <a:ext cx="5400000" cy="5400000"/>
          </a:xfrm>
          <a:prstGeom prst="rect">
            <a:avLst/>
          </a:prstGeom>
        </p:spPr>
        <p:txBody>
          <a:bodyPr/>
          <a:lstStyle>
            <a:lvl1pPr>
              <a:defRPr/>
            </a:lvl1pPr>
          </a:lstStyle>
          <a:p>
            <a:r>
              <a:rPr lang="en-GB" noProof="0"/>
              <a:t>Click icon to add picture</a:t>
            </a:r>
            <a:endParaRPr lang="en-GB"/>
          </a:p>
        </p:txBody>
      </p:sp>
      <p:sp>
        <p:nvSpPr>
          <p:cNvPr id="42" name="Title 1">
            <a:extLst>
              <a:ext uri="{FF2B5EF4-FFF2-40B4-BE49-F238E27FC236}">
                <a16:creationId xmlns:a16="http://schemas.microsoft.com/office/drawing/2014/main" id="{B345DB50-CB94-4421-9E14-33DABF973475}"/>
              </a:ext>
            </a:extLst>
          </p:cNvPr>
          <p:cNvSpPr>
            <a:spLocks noGrp="1"/>
          </p:cNvSpPr>
          <p:nvPr>
            <p:ph type="ctrTitle"/>
          </p:nvPr>
        </p:nvSpPr>
        <p:spPr bwMode="gray">
          <a:xfrm>
            <a:off x="275619" y="4798141"/>
            <a:ext cx="4446269" cy="1253337"/>
          </a:xfrm>
        </p:spPr>
        <p:txBody>
          <a:bodyPr anchor="t" anchorCtr="0">
            <a:noAutofit/>
          </a:bodyPr>
          <a:lstStyle>
            <a:lvl1pPr algn="l">
              <a:lnSpc>
                <a:spcPct val="100000"/>
              </a:lnSpc>
              <a:defRPr sz="2800" b="0">
                <a:solidFill>
                  <a:schemeClr val="accent1"/>
                </a:solidFill>
                <a:latin typeface="+mn-lt"/>
                <a:ea typeface="Open Sans" panose="020B0606030504020204" pitchFamily="34" charset="0"/>
                <a:cs typeface="Calibri" panose="020F0502020204030204" pitchFamily="34" charset="0"/>
              </a:defRPr>
            </a:lvl1pPr>
          </a:lstStyle>
          <a:p>
            <a:r>
              <a:rPr lang="en-GB" noProof="0"/>
              <a:t>Click to edit Master title style</a:t>
            </a:r>
            <a:endParaRPr lang="en-GB"/>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275619" y="6155777"/>
            <a:ext cx="4446269" cy="471053"/>
          </a:xfrm>
          <a:prstGeom prst="rect">
            <a:avLst/>
          </a:prstGeom>
        </p:spPr>
        <p:txBody>
          <a:bodyPr>
            <a:noAutofit/>
          </a:bodyPr>
          <a:lstStyle>
            <a:lvl1pPr>
              <a:spcAft>
                <a:spcPts val="0"/>
              </a:spcAft>
              <a:defRPr sz="1400">
                <a:solidFill>
                  <a:schemeClr val="tx1"/>
                </a:solidFill>
                <a:latin typeface="+mj-lt"/>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noProof="0"/>
              <a:t>Click to edit Master text styles</a:t>
            </a:r>
            <a:endParaRPr lang="en-GB"/>
          </a:p>
        </p:txBody>
      </p:sp>
      <p:pic>
        <p:nvPicPr>
          <p:cNvPr id="213491489" name="Rectangle 1" descr="{&quot;templafy&quot;:{&quot;id&quot;:&quot;573434a1-7e0a-432b-b740-587a833282aa&quot;}}"/>
          <p:cNvPicPr>
            <a:picLocks noChangeAspect="1"/>
          </p:cNvPicPr>
          <p:nvPr/>
        </p:nvPicPr>
        <p:blipFill>
          <a:blip r:embed="rId2"/>
          <a:stretch>
            <a:fillRect/>
          </a:stretch>
        </p:blipFill>
        <p:spPr>
          <a:xfrm>
            <a:off x="469900" y="457200"/>
            <a:ext cx="2286000" cy="425482"/>
          </a:xfrm>
          <a:prstGeom prst="rect">
            <a:avLst/>
          </a:prstGeom>
        </p:spPr>
      </p:pic>
    </p:spTree>
    <p:extLst>
      <p:ext uri="{BB962C8B-B14F-4D97-AF65-F5344CB8AC3E}">
        <p14:creationId xmlns:p14="http://schemas.microsoft.com/office/powerpoint/2010/main" val="3745815883"/>
      </p:ext>
    </p:extLst>
  </p:cSld>
  <p:clrMapOvr>
    <a:masterClrMapping/>
  </p:clrMapOvr>
  <p:transition>
    <p:fade/>
  </p:transition>
  <p:hf hdr="0" dt="0"/>
  <p:extLst>
    <p:ext uri="{DCECCB84-F9BA-43D5-87BE-67443E8EF086}">
      <p15:sldGuideLst xmlns:p15="http://schemas.microsoft.com/office/powerpoint/2012/main">
        <p15:guide id="1" orient="horz" pos="408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fullbleed">
    <p:bg bwMode="gray">
      <p:bgPr>
        <a:solidFill>
          <a:schemeClr val="tx1"/>
        </a:solidFill>
        <a:effectLst/>
      </p:bgPr>
    </p:bg>
    <p:spTree>
      <p:nvGrpSpPr>
        <p:cNvPr id="1" name=""/>
        <p:cNvGrpSpPr/>
        <p:nvPr/>
      </p:nvGrpSpPr>
      <p:grpSpPr>
        <a:xfrm>
          <a:off x="0" y="0"/>
          <a:ext cx="0" cy="0"/>
          <a:chOff x="0" y="0"/>
          <a:chExt cx="0" cy="0"/>
        </a:xfrm>
      </p:grpSpPr>
      <p:pic>
        <p:nvPicPr>
          <p:cNvPr id="7" name="Picture Placeholder 5">
            <a:extLst>
              <a:ext uri="{FF2B5EF4-FFF2-40B4-BE49-F238E27FC236}">
                <a16:creationId xmlns:a16="http://schemas.microsoft.com/office/drawing/2014/main" id="{82DE93FF-A71F-43E7-9ABE-80BFBAA5F412}"/>
              </a:ext>
            </a:extLst>
          </p:cNvPr>
          <p:cNvPicPr>
            <a:picLocks noChangeAspect="1"/>
          </p:cNvPicPr>
          <p:nvPr userDrawn="1"/>
        </p:nvPicPr>
        <p:blipFill rotWithShape="1">
          <a:blip r:embed="rId2"/>
          <a:srcRect t="2573" b="1131"/>
          <a:stretch/>
        </p:blipFill>
        <p:spPr>
          <a:xfrm>
            <a:off x="0" y="0"/>
            <a:ext cx="12277725" cy="6858000"/>
          </a:xfrm>
          <a:prstGeom prst="rect">
            <a:avLst/>
          </a:prstGeom>
        </p:spPr>
      </p:pic>
      <p:sp>
        <p:nvSpPr>
          <p:cNvPr id="11" name="Title 1">
            <a:extLst>
              <a:ext uri="{FF2B5EF4-FFF2-40B4-BE49-F238E27FC236}">
                <a16:creationId xmlns:a16="http://schemas.microsoft.com/office/drawing/2014/main" id="{3D58A633-0021-4DAD-A2DA-9541178354B2}"/>
              </a:ext>
            </a:extLst>
          </p:cNvPr>
          <p:cNvSpPr>
            <a:spLocks noGrp="1"/>
          </p:cNvSpPr>
          <p:nvPr>
            <p:ph type="ctrTitle"/>
          </p:nvPr>
        </p:nvSpPr>
        <p:spPr bwMode="gray">
          <a:xfrm>
            <a:off x="275619" y="4798141"/>
            <a:ext cx="4446269" cy="1253337"/>
          </a:xfrm>
        </p:spPr>
        <p:txBody>
          <a:bodyPr anchor="t" anchorCtr="0">
            <a:noAutofit/>
          </a:bodyPr>
          <a:lstStyle>
            <a:lvl1pPr algn="l">
              <a:lnSpc>
                <a:spcPct val="100000"/>
              </a:lnSpc>
              <a:defRPr sz="2800" b="0">
                <a:solidFill>
                  <a:schemeClr val="accent1"/>
                </a:solidFill>
                <a:latin typeface="+mn-lt"/>
                <a:ea typeface="Open Sans" panose="020B0606030504020204" pitchFamily="34" charset="0"/>
                <a:cs typeface="Calibri" panose="020F0502020204030204" pitchFamily="34" charset="0"/>
              </a:defRPr>
            </a:lvl1pPr>
          </a:lstStyle>
          <a:p>
            <a:r>
              <a:rPr lang="en-GB" noProof="0"/>
              <a:t>Click to edit Master title style</a:t>
            </a:r>
            <a:endParaRPr lang="en-GB"/>
          </a:p>
        </p:txBody>
      </p:sp>
      <p:sp>
        <p:nvSpPr>
          <p:cNvPr id="12" name="Text Placeholder 4">
            <a:extLst>
              <a:ext uri="{FF2B5EF4-FFF2-40B4-BE49-F238E27FC236}">
                <a16:creationId xmlns:a16="http://schemas.microsoft.com/office/drawing/2014/main" id="{9195BCDD-2392-4CBF-8800-59C2AF64B3CA}"/>
              </a:ext>
            </a:extLst>
          </p:cNvPr>
          <p:cNvSpPr>
            <a:spLocks noGrp="1"/>
          </p:cNvSpPr>
          <p:nvPr>
            <p:ph type="body" sz="quarter" idx="10"/>
          </p:nvPr>
        </p:nvSpPr>
        <p:spPr>
          <a:xfrm>
            <a:off x="275619" y="6155777"/>
            <a:ext cx="4446269" cy="471053"/>
          </a:xfrm>
          <a:prstGeom prst="rect">
            <a:avLst/>
          </a:prstGeom>
        </p:spPr>
        <p:txBody>
          <a:bodyPr>
            <a:noAutofit/>
          </a:bodyPr>
          <a:lstStyle>
            <a:lvl1pPr>
              <a:spcAft>
                <a:spcPts val="0"/>
              </a:spcAft>
              <a:defRPr sz="1400">
                <a:solidFill>
                  <a:schemeClr val="bg1"/>
                </a:solidFill>
                <a:latin typeface="+mj-lt"/>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noProof="0"/>
              <a:t>Click to edit Master text styles</a:t>
            </a:r>
            <a:endParaRPr lang="en-GB"/>
          </a:p>
        </p:txBody>
      </p:sp>
      <p:pic>
        <p:nvPicPr>
          <p:cNvPr id="994957882" name="Rectangle 1" descr="{&quot;templafy&quot;:{&quot;id&quot;:&quot;0212d0dd-e4c0-4e0f-94f5-1ed860391d05&quot;}}"/>
          <p:cNvPicPr>
            <a:picLocks noChangeAspect="1"/>
          </p:cNvPicPr>
          <p:nvPr/>
        </p:nvPicPr>
        <p:blipFill>
          <a:blip r:embed="rId3"/>
          <a:stretch>
            <a:fillRect/>
          </a:stretch>
        </p:blipFill>
        <p:spPr>
          <a:xfrm>
            <a:off x="469900" y="457200"/>
            <a:ext cx="2286000" cy="424405"/>
          </a:xfrm>
          <a:prstGeom prst="rect">
            <a:avLst/>
          </a:prstGeom>
        </p:spPr>
      </p:pic>
    </p:spTree>
    <p:extLst>
      <p:ext uri="{BB962C8B-B14F-4D97-AF65-F5344CB8AC3E}">
        <p14:creationId xmlns:p14="http://schemas.microsoft.com/office/powerpoint/2010/main" val="2223398581"/>
      </p:ext>
    </p:extLst>
  </p:cSld>
  <p:clrMapOvr>
    <a:masterClrMapping/>
  </p:clrMapOvr>
  <p:transition>
    <p:fade/>
  </p:transition>
  <p:hf hdr="0" dt="0"/>
  <p:extLst>
    <p:ext uri="{DCECCB84-F9BA-43D5-87BE-67443E8EF086}">
      <p15:sldGuideLst xmlns:p15="http://schemas.microsoft.com/office/powerpoint/2012/main">
        <p15:guide id="1" orient="horz" pos="408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Letter Layout">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8862256" y="405929"/>
            <a:ext cx="2804160" cy="1027760"/>
          </a:xfrm>
        </p:spPr>
        <p:txBody>
          <a:bodyPr>
            <a:normAutofit/>
          </a:bodyPr>
          <a:lstStyle>
            <a:lvl1pPr>
              <a:spcBef>
                <a:spcPts val="185"/>
              </a:spcBef>
              <a:defRPr sz="1200">
                <a:solidFill>
                  <a:schemeClr val="tx1"/>
                </a:solidFill>
              </a:defRPr>
            </a:lvl1pPr>
            <a:lvl2pPr>
              <a:defRPr sz="969">
                <a:solidFill>
                  <a:schemeClr val="tx2"/>
                </a:solidFill>
              </a:defRPr>
            </a:lvl2pPr>
            <a:lvl3pPr>
              <a:defRPr sz="969">
                <a:solidFill>
                  <a:schemeClr val="tx2"/>
                </a:solidFill>
              </a:defRPr>
            </a:lvl3pPr>
            <a:lvl4pPr>
              <a:defRPr sz="923">
                <a:solidFill>
                  <a:schemeClr val="tx2"/>
                </a:solidFill>
              </a:defRPr>
            </a:lvl4pPr>
            <a:lvl5pPr>
              <a:defRPr sz="923">
                <a:solidFill>
                  <a:schemeClr val="tx2"/>
                </a:solidFill>
              </a:defRPr>
            </a:lvl5pPr>
          </a:lstStyle>
          <a:p>
            <a:pPr lvl="0"/>
            <a:r>
              <a:rPr lang="en-GB"/>
              <a:t>Click to edit Master text styles</a:t>
            </a:r>
          </a:p>
        </p:txBody>
      </p:sp>
      <p:sp>
        <p:nvSpPr>
          <p:cNvPr id="7" name="Text Placeholder 6"/>
          <p:cNvSpPr>
            <a:spLocks noGrp="1"/>
          </p:cNvSpPr>
          <p:nvPr>
            <p:ph type="body" sz="quarter" idx="11"/>
          </p:nvPr>
        </p:nvSpPr>
        <p:spPr>
          <a:xfrm>
            <a:off x="525586" y="1700214"/>
            <a:ext cx="2766255" cy="4656835"/>
          </a:xfrm>
        </p:spPr>
        <p:txBody>
          <a:bodyPr>
            <a:normAutofit/>
          </a:bodyPr>
          <a:lstStyle>
            <a:lvl1pPr>
              <a:spcBef>
                <a:spcPts val="0"/>
              </a:spcBef>
              <a:spcAft>
                <a:spcPts val="554"/>
              </a:spcAft>
              <a:defRPr sz="1400"/>
            </a:lvl1pPr>
            <a:lvl2pPr>
              <a:spcBef>
                <a:spcPts val="277"/>
              </a:spcBef>
              <a:defRPr/>
            </a:lvl2pPr>
            <a:lvl3pPr>
              <a:spcBef>
                <a:spcPts val="277"/>
              </a:spcBef>
              <a:defRPr/>
            </a:lvl3pPr>
            <a:lvl4pPr>
              <a:spcBef>
                <a:spcPts val="277"/>
              </a:spcBef>
              <a:defRPr/>
            </a:lvl4pPr>
            <a:lvl5pPr>
              <a:spcBef>
                <a:spcPts val="277"/>
              </a:spcBef>
              <a:defRPr/>
            </a:lvl5pPr>
          </a:lstStyle>
          <a:p>
            <a:pPr lvl="0"/>
            <a:r>
              <a:rPr lang="en-GB"/>
              <a:t>Click to edit Master text styles</a:t>
            </a:r>
          </a:p>
        </p:txBody>
      </p:sp>
      <p:sp>
        <p:nvSpPr>
          <p:cNvPr id="9" name="Text Placeholder 8"/>
          <p:cNvSpPr>
            <a:spLocks noGrp="1"/>
          </p:cNvSpPr>
          <p:nvPr>
            <p:ph type="body" sz="quarter" idx="12"/>
          </p:nvPr>
        </p:nvSpPr>
        <p:spPr>
          <a:xfrm>
            <a:off x="3780369" y="1700212"/>
            <a:ext cx="7886049" cy="4657726"/>
          </a:xfrm>
        </p:spPr>
        <p:txBody>
          <a:bodyPr/>
          <a:lstStyle>
            <a:lvl1pPr>
              <a:spcBef>
                <a:spcPts val="1662"/>
              </a:spcBef>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4215012940"/>
      </p:ext>
    </p:extLst>
  </p:cSld>
  <p:clrMapOvr>
    <a:masterClrMapping/>
  </p:clrMapOvr>
  <p:transition>
    <p:fade/>
  </p:transition>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501651" y="1665289"/>
            <a:ext cx="11165416" cy="4716463"/>
          </a:xfrm>
          <a:prstGeom prst="rect">
            <a:avLst/>
          </a:prstGeom>
        </p:spPr>
        <p:txBody>
          <a:bodyPr vert="horz" lIns="182880" tIns="182880" rIns="182880" bIns="182880" rtlCol="0">
            <a:normAutofit/>
          </a:bodyPr>
          <a:lstStyle>
            <a:lvl1pPr>
              <a:defRPr>
                <a:latin typeface="+mj-lt"/>
              </a:defRPr>
            </a:lvl1pPr>
            <a:lvl2pPr>
              <a:defRPr>
                <a:latin typeface="+mj-lt"/>
              </a:defRPr>
            </a:lvl2pPr>
            <a:lvl3pPr>
              <a:defRPr>
                <a:latin typeface="+mn-lt"/>
              </a:defRPr>
            </a:lvl3pPr>
            <a:lvl4pPr>
              <a:defRPr>
                <a:latin typeface="+mn-lt"/>
              </a:defRPr>
            </a:lvl4pPr>
            <a:lvl5pPr>
              <a:defRPr>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8">
            <a:extLst>
              <a:ext uri="{FF2B5EF4-FFF2-40B4-BE49-F238E27FC236}">
                <a16:creationId xmlns:a16="http://schemas.microsoft.com/office/drawing/2014/main" id="{32D9F8E6-4634-4128-96B3-16DEAB1925F6}"/>
              </a:ext>
            </a:extLst>
          </p:cNvPr>
          <p:cNvSpPr>
            <a:spLocks noGrp="1"/>
          </p:cNvSpPr>
          <p:nvPr>
            <p:ph type="body" sz="quarter" idx="13" hasCustomPrompt="1"/>
          </p:nvPr>
        </p:nvSpPr>
        <p:spPr>
          <a:xfrm>
            <a:off x="501651" y="837476"/>
            <a:ext cx="11162349" cy="439317"/>
          </a:xfrm>
          <a:prstGeom prst="rect">
            <a:avLst/>
          </a:prstGeom>
        </p:spPr>
        <p:txBody>
          <a:bodyPr lIns="182880" tIns="182880" rIns="182880" bIns="182880">
            <a:noAutofit/>
          </a:bodyPr>
          <a:lstStyle>
            <a:lvl1pPr marL="0" indent="0">
              <a:buNone/>
              <a:defRPr sz="1800" b="0">
                <a:solidFill>
                  <a:schemeClr val="tx1"/>
                </a:solidFill>
                <a:latin typeface="+mj-lt"/>
              </a:defRPr>
            </a:lvl1pPr>
          </a:lstStyle>
          <a:p>
            <a:pPr lvl="0"/>
            <a:r>
              <a:rPr lang="en-GB"/>
              <a:t>Click to add subtitle</a:t>
            </a:r>
          </a:p>
        </p:txBody>
      </p:sp>
      <p:sp>
        <p:nvSpPr>
          <p:cNvPr id="5" name="Title 1">
            <a:extLst>
              <a:ext uri="{FF2B5EF4-FFF2-40B4-BE49-F238E27FC236}">
                <a16:creationId xmlns:a16="http://schemas.microsoft.com/office/drawing/2014/main" id="{BC973D8F-8952-4940-97C1-FF03EA558E14}"/>
              </a:ext>
            </a:extLst>
          </p:cNvPr>
          <p:cNvSpPr>
            <a:spLocks noGrp="1"/>
          </p:cNvSpPr>
          <p:nvPr>
            <p:ph type="title" hasCustomPrompt="1"/>
          </p:nvPr>
        </p:nvSpPr>
        <p:spPr>
          <a:xfrm>
            <a:off x="501651" y="307341"/>
            <a:ext cx="11188700" cy="439317"/>
          </a:xfrm>
        </p:spPr>
        <p:txBody>
          <a:bodyPr>
            <a:noAutofit/>
          </a:bodyPr>
          <a:lstStyle>
            <a:lvl1pPr>
              <a:defRPr>
                <a:solidFill>
                  <a:schemeClr val="tx1"/>
                </a:solidFill>
              </a:defRPr>
            </a:lvl1pPr>
          </a:lstStyle>
          <a:p>
            <a:r>
              <a:rPr lang="en-GB"/>
              <a:t>Click to add title</a:t>
            </a:r>
          </a:p>
        </p:txBody>
      </p:sp>
    </p:spTree>
    <p:extLst>
      <p:ext uri="{BB962C8B-B14F-4D97-AF65-F5344CB8AC3E}">
        <p14:creationId xmlns:p14="http://schemas.microsoft.com/office/powerpoint/2010/main" val="123422045"/>
      </p:ext>
    </p:extLst>
  </p:cSld>
  <p:clrMapOvr>
    <a:masterClrMapping/>
  </p:clrMapOvr>
  <p:transition>
    <p:fade/>
  </p:transition>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ubtitle &amp; 1 column text_black">
    <p:bg>
      <p:bgPr>
        <a:solidFill>
          <a:schemeClr val="tx1"/>
        </a:solidFill>
        <a:effectLst/>
      </p:bgPr>
    </p:bg>
    <p:spTree>
      <p:nvGrpSpPr>
        <p:cNvPr id="1" name=""/>
        <p:cNvGrpSpPr/>
        <p:nvPr/>
      </p:nvGrpSpPr>
      <p:grpSpPr>
        <a:xfrm>
          <a:off x="0" y="0"/>
          <a:ext cx="0" cy="0"/>
          <a:chOff x="0" y="0"/>
          <a:chExt cx="0" cy="0"/>
        </a:xfrm>
      </p:grpSpPr>
      <p:sp>
        <p:nvSpPr>
          <p:cNvPr id="8" name="Text Placeholder 18"/>
          <p:cNvSpPr>
            <a:spLocks noGrp="1"/>
          </p:cNvSpPr>
          <p:nvPr>
            <p:ph idx="1"/>
          </p:nvPr>
        </p:nvSpPr>
        <p:spPr>
          <a:xfrm>
            <a:off x="501651" y="1700213"/>
            <a:ext cx="11165416" cy="4678986"/>
          </a:xfrm>
          <a:prstGeom prst="rect">
            <a:avLst/>
          </a:prstGeom>
        </p:spPr>
        <p:txBody>
          <a:bodyPr vert="horz" lIns="182880" tIns="182880" rIns="182880" bIns="182880" rtlCol="0">
            <a:normAutofit/>
          </a:bodyPr>
          <a:lstStyle>
            <a:lvl1pPr>
              <a:defRPr>
                <a:solidFill>
                  <a:schemeClr val="bg1"/>
                </a:solidFill>
                <a:latin typeface="+mj-lt"/>
              </a:defRPr>
            </a:lvl1pPr>
            <a:lvl2pPr>
              <a:defRPr>
                <a:solidFill>
                  <a:schemeClr val="bg1"/>
                </a:solidFill>
                <a:latin typeface="+mj-lt"/>
              </a:defRPr>
            </a:lvl2pPr>
            <a:lvl3pPr>
              <a:defRPr>
                <a:solidFill>
                  <a:schemeClr val="bg1"/>
                </a:solidFill>
                <a:latin typeface="+mj-lt"/>
              </a:defRPr>
            </a:lvl3pPr>
            <a:lvl4pPr>
              <a:defRPr>
                <a:solidFill>
                  <a:schemeClr val="bg1"/>
                </a:solidFill>
                <a:latin typeface="+mj-lt"/>
              </a:defRPr>
            </a:lvl4pPr>
            <a:lvl5pPr>
              <a:defRPr>
                <a:solidFill>
                  <a:schemeClr val="bg1"/>
                </a:solidFill>
                <a:latin typeface="+mj-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TextBox 6">
            <a:extLst>
              <a:ext uri="{FF2B5EF4-FFF2-40B4-BE49-F238E27FC236}">
                <a16:creationId xmlns:a16="http://schemas.microsoft.com/office/drawing/2014/main" id="{05BE989B-C09B-4026-9E62-E689E5CE0890}"/>
              </a:ext>
            </a:extLst>
          </p:cNvPr>
          <p:cNvSpPr txBox="1"/>
          <p:nvPr userDrawn="1"/>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GB" sz="900" noProof="0" smtClean="0">
                <a:solidFill>
                  <a:schemeClr val="bg1"/>
                </a:solidFill>
                <a:latin typeface="Aptos" panose="020B0004020202020204" pitchFamily="34" charset="0"/>
                <a:cs typeface="Calibri" panose="020F0502020204030204" pitchFamily="34" charset="0"/>
              </a:rPr>
              <a:pPr marL="0" indent="0" algn="r">
                <a:spcBef>
                  <a:spcPts val="600"/>
                </a:spcBef>
                <a:buSzPct val="100000"/>
                <a:buFont typeface="Arial"/>
                <a:buNone/>
              </a:pPr>
              <a:t>‹#›</a:t>
            </a:fld>
            <a:endParaRPr lang="en-GB" sz="900" noProof="0">
              <a:solidFill>
                <a:schemeClr val="bg1"/>
              </a:solidFill>
              <a:latin typeface="Aptos" panose="020B0004020202020204" pitchFamily="34" charset="0"/>
              <a:cs typeface="Calibri" panose="020F0502020204030204" pitchFamily="34" charset="0"/>
            </a:endParaRPr>
          </a:p>
        </p:txBody>
      </p:sp>
      <p:sp>
        <p:nvSpPr>
          <p:cNvPr id="10" name="Text Placeholder 8">
            <a:extLst>
              <a:ext uri="{FF2B5EF4-FFF2-40B4-BE49-F238E27FC236}">
                <a16:creationId xmlns:a16="http://schemas.microsoft.com/office/drawing/2014/main" id="{AFAEB9C6-EEC7-4CE3-A115-01EDDAA0B38B}"/>
              </a:ext>
            </a:extLst>
          </p:cNvPr>
          <p:cNvSpPr>
            <a:spLocks noGrp="1"/>
          </p:cNvSpPr>
          <p:nvPr>
            <p:ph type="body" sz="quarter" idx="13" hasCustomPrompt="1"/>
          </p:nvPr>
        </p:nvSpPr>
        <p:spPr>
          <a:xfrm>
            <a:off x="501651" y="837476"/>
            <a:ext cx="11162349" cy="439317"/>
          </a:xfrm>
          <a:prstGeom prst="rect">
            <a:avLst/>
          </a:prstGeom>
        </p:spPr>
        <p:txBody>
          <a:bodyPr lIns="182880" tIns="182880" rIns="182880" bIns="182880">
            <a:noAutofit/>
          </a:bodyPr>
          <a:lstStyle>
            <a:lvl1pPr marL="0" indent="0">
              <a:buNone/>
              <a:defRPr sz="1800" b="0">
                <a:solidFill>
                  <a:schemeClr val="bg1"/>
                </a:solidFill>
                <a:latin typeface="+mj-lt"/>
              </a:defRPr>
            </a:lvl1pPr>
          </a:lstStyle>
          <a:p>
            <a:pPr lvl="0"/>
            <a:r>
              <a:rPr lang="en-GB"/>
              <a:t>Click to add subtitle</a:t>
            </a:r>
          </a:p>
        </p:txBody>
      </p:sp>
      <p:sp>
        <p:nvSpPr>
          <p:cNvPr id="11" name="Title 1">
            <a:extLst>
              <a:ext uri="{FF2B5EF4-FFF2-40B4-BE49-F238E27FC236}">
                <a16:creationId xmlns:a16="http://schemas.microsoft.com/office/drawing/2014/main" id="{81EB5EAE-D4BA-458F-9214-BCD68B9EFB5F}"/>
              </a:ext>
            </a:extLst>
          </p:cNvPr>
          <p:cNvSpPr>
            <a:spLocks noGrp="1"/>
          </p:cNvSpPr>
          <p:nvPr>
            <p:ph type="title" hasCustomPrompt="1"/>
          </p:nvPr>
        </p:nvSpPr>
        <p:spPr>
          <a:xfrm>
            <a:off x="501651" y="307341"/>
            <a:ext cx="11188700" cy="439317"/>
          </a:xfrm>
        </p:spPr>
        <p:txBody>
          <a:bodyPr>
            <a:noAutofit/>
          </a:bodyPr>
          <a:lstStyle>
            <a:lvl1pPr>
              <a:defRPr>
                <a:solidFill>
                  <a:schemeClr val="bg1"/>
                </a:solidFill>
              </a:defRPr>
            </a:lvl1pPr>
          </a:lstStyle>
          <a:p>
            <a:r>
              <a:rPr lang="en-GB"/>
              <a:t>Click to add title</a:t>
            </a:r>
          </a:p>
        </p:txBody>
      </p:sp>
    </p:spTree>
    <p:extLst>
      <p:ext uri="{BB962C8B-B14F-4D97-AF65-F5344CB8AC3E}">
        <p14:creationId xmlns:p14="http://schemas.microsoft.com/office/powerpoint/2010/main" val="3908707712"/>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501651" y="1665289"/>
            <a:ext cx="5305579" cy="4716461"/>
          </a:xfrm>
          <a:prstGeom prst="rect">
            <a:avLst/>
          </a:prstGeom>
        </p:spPr>
        <p:txBody>
          <a:bodyPr/>
          <a:lstStyle>
            <a:lvl1pPr>
              <a:tabLst>
                <a:tab pos="5029200" algn="r"/>
              </a:tabLst>
              <a:defRPr>
                <a:latin typeface="+mj-lt"/>
              </a:defRPr>
            </a:lvl1pPr>
            <a:lvl2pPr>
              <a:tabLst>
                <a:tab pos="5029200" algn="r"/>
              </a:tabLst>
              <a:defRPr>
                <a:latin typeface="+mj-lt"/>
              </a:defRPr>
            </a:lvl2pPr>
            <a:lvl3pPr>
              <a:tabLst>
                <a:tab pos="5029200" algn="r"/>
              </a:tabLst>
              <a:defRPr>
                <a:latin typeface="+mj-lt"/>
              </a:defRPr>
            </a:lvl3pPr>
            <a:lvl4pPr>
              <a:tabLst>
                <a:tab pos="5029200" algn="r"/>
              </a:tabLst>
              <a:defRPr>
                <a:latin typeface="+mj-lt"/>
              </a:defRPr>
            </a:lvl4pPr>
            <a:lvl5pPr>
              <a:tabLst>
                <a:tab pos="5029200" algn="r"/>
              </a:tabLst>
              <a:defRPr baseline="0">
                <a:latin typeface="+mj-lt"/>
              </a:defRPr>
            </a:lvl5pPr>
          </a:lstStyle>
          <a:p>
            <a:pPr lvl="0"/>
            <a:r>
              <a:rPr lang="en-GB" noProof="0"/>
              <a:t>Click to 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a:p>
        </p:txBody>
      </p:sp>
      <p:sp>
        <p:nvSpPr>
          <p:cNvPr id="15" name="Content Placeholder 3"/>
          <p:cNvSpPr>
            <a:spLocks noGrp="1"/>
          </p:cNvSpPr>
          <p:nvPr>
            <p:ph sz="quarter" idx="20"/>
          </p:nvPr>
        </p:nvSpPr>
        <p:spPr>
          <a:xfrm>
            <a:off x="6381539" y="1665289"/>
            <a:ext cx="5322781" cy="4716461"/>
          </a:xfrm>
          <a:prstGeom prst="rect">
            <a:avLst/>
          </a:prstGeom>
        </p:spPr>
        <p:txBody>
          <a:bodyPr/>
          <a:lstStyle>
            <a:lvl1pPr>
              <a:tabLst>
                <a:tab pos="5029200" algn="r"/>
              </a:tabLst>
              <a:defRPr>
                <a:latin typeface="+mj-lt"/>
              </a:defRPr>
            </a:lvl1pPr>
            <a:lvl2pPr>
              <a:tabLst>
                <a:tab pos="5029200" algn="r"/>
              </a:tabLst>
              <a:defRPr>
                <a:latin typeface="+mj-lt"/>
              </a:defRPr>
            </a:lvl2pPr>
            <a:lvl3pPr>
              <a:tabLst>
                <a:tab pos="5029200" algn="r"/>
              </a:tabLst>
              <a:defRPr>
                <a:latin typeface="+mj-lt"/>
              </a:defRPr>
            </a:lvl3pPr>
            <a:lvl4pPr>
              <a:tabLst>
                <a:tab pos="5029200" algn="r"/>
              </a:tabLst>
              <a:defRPr>
                <a:latin typeface="+mj-lt"/>
              </a:defRPr>
            </a:lvl4pPr>
            <a:lvl5pPr>
              <a:tabLst>
                <a:tab pos="5029200" algn="r"/>
              </a:tabLst>
              <a:defRPr baseline="0">
                <a:latin typeface="+mj-lt"/>
              </a:defRPr>
            </a:lvl5pPr>
          </a:lstStyle>
          <a:p>
            <a:pPr lvl="0"/>
            <a:r>
              <a:rPr lang="en-GB" noProof="0"/>
              <a:t>Click to 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a:p>
        </p:txBody>
      </p:sp>
      <p:sp>
        <p:nvSpPr>
          <p:cNvPr id="6" name="Text Placeholder 8">
            <a:extLst>
              <a:ext uri="{FF2B5EF4-FFF2-40B4-BE49-F238E27FC236}">
                <a16:creationId xmlns:a16="http://schemas.microsoft.com/office/drawing/2014/main" id="{4DCDB4B1-C63A-4B29-823B-963532F62330}"/>
              </a:ext>
            </a:extLst>
          </p:cNvPr>
          <p:cNvSpPr>
            <a:spLocks noGrp="1"/>
          </p:cNvSpPr>
          <p:nvPr>
            <p:ph type="body" sz="quarter" idx="13" hasCustomPrompt="1"/>
          </p:nvPr>
        </p:nvSpPr>
        <p:spPr>
          <a:xfrm>
            <a:off x="501651" y="837476"/>
            <a:ext cx="11162349" cy="439317"/>
          </a:xfrm>
          <a:prstGeom prst="rect">
            <a:avLst/>
          </a:prstGeom>
        </p:spPr>
        <p:txBody>
          <a:bodyPr lIns="182880" tIns="182880" rIns="182880" bIns="182880">
            <a:noAutofit/>
          </a:bodyPr>
          <a:lstStyle>
            <a:lvl1pPr marL="0" indent="0">
              <a:buNone/>
              <a:defRPr sz="1800" b="0">
                <a:solidFill>
                  <a:schemeClr val="tx1"/>
                </a:solidFill>
                <a:latin typeface="+mj-lt"/>
              </a:defRPr>
            </a:lvl1pPr>
          </a:lstStyle>
          <a:p>
            <a:pPr lvl="0"/>
            <a:r>
              <a:rPr lang="en-GB"/>
              <a:t>Click to add subtitle</a:t>
            </a:r>
          </a:p>
        </p:txBody>
      </p:sp>
      <p:sp>
        <p:nvSpPr>
          <p:cNvPr id="7" name="Title 1">
            <a:extLst>
              <a:ext uri="{FF2B5EF4-FFF2-40B4-BE49-F238E27FC236}">
                <a16:creationId xmlns:a16="http://schemas.microsoft.com/office/drawing/2014/main" id="{5E4A4F27-72C0-49F9-A37D-C04DED18A3F6}"/>
              </a:ext>
            </a:extLst>
          </p:cNvPr>
          <p:cNvSpPr>
            <a:spLocks noGrp="1"/>
          </p:cNvSpPr>
          <p:nvPr>
            <p:ph type="title" hasCustomPrompt="1"/>
          </p:nvPr>
        </p:nvSpPr>
        <p:spPr>
          <a:xfrm>
            <a:off x="501651" y="307341"/>
            <a:ext cx="11188700" cy="439317"/>
          </a:xfrm>
        </p:spPr>
        <p:txBody>
          <a:bodyPr>
            <a:noAutofit/>
          </a:bodyPr>
          <a:lstStyle>
            <a:lvl1pPr>
              <a:defRPr>
                <a:solidFill>
                  <a:schemeClr val="tx1"/>
                </a:solidFill>
              </a:defRPr>
            </a:lvl1pPr>
          </a:lstStyle>
          <a:p>
            <a:r>
              <a:rPr lang="en-GB"/>
              <a:t>Click to add title</a:t>
            </a:r>
          </a:p>
        </p:txBody>
      </p:sp>
    </p:spTree>
    <p:extLst>
      <p:ext uri="{BB962C8B-B14F-4D97-AF65-F5344CB8AC3E}">
        <p14:creationId xmlns:p14="http://schemas.microsoft.com/office/powerpoint/2010/main" val="2969103116"/>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column content">
    <p:bg>
      <p:bgPr>
        <a:solidFill>
          <a:schemeClr val="tx1"/>
        </a:solidFill>
        <a:effectLst/>
      </p:bgPr>
    </p:bg>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501650" y="1665289"/>
            <a:ext cx="4431857" cy="4716463"/>
          </a:xfrm>
          <a:prstGeom prst="rect">
            <a:avLst/>
          </a:prstGeom>
        </p:spPr>
        <p:txBody>
          <a:bodyPr/>
          <a:lstStyle>
            <a:lvl1pPr>
              <a:tabLst>
                <a:tab pos="5029200" algn="r"/>
              </a:tabLst>
              <a:defRPr>
                <a:solidFill>
                  <a:schemeClr val="bg1"/>
                </a:solidFill>
                <a:latin typeface="+mj-lt"/>
              </a:defRPr>
            </a:lvl1pPr>
            <a:lvl2pPr>
              <a:tabLst>
                <a:tab pos="5029200" algn="r"/>
              </a:tabLst>
              <a:defRPr>
                <a:solidFill>
                  <a:schemeClr val="bg1"/>
                </a:solidFill>
                <a:latin typeface="+mj-lt"/>
              </a:defRPr>
            </a:lvl2pPr>
            <a:lvl3pPr>
              <a:tabLst>
                <a:tab pos="5029200" algn="r"/>
              </a:tabLst>
              <a:defRPr>
                <a:solidFill>
                  <a:schemeClr val="bg1"/>
                </a:solidFill>
                <a:latin typeface="+mj-lt"/>
              </a:defRPr>
            </a:lvl3pPr>
            <a:lvl4pPr>
              <a:tabLst>
                <a:tab pos="5029200" algn="r"/>
              </a:tabLst>
              <a:defRPr>
                <a:solidFill>
                  <a:schemeClr val="bg1"/>
                </a:solidFill>
                <a:latin typeface="+mj-lt"/>
              </a:defRPr>
            </a:lvl4pPr>
            <a:lvl5pPr>
              <a:tabLst>
                <a:tab pos="5029200" algn="r"/>
              </a:tabLst>
              <a:defRPr baseline="0">
                <a:solidFill>
                  <a:schemeClr val="bg1"/>
                </a:solidFill>
                <a:latin typeface="+mj-lt"/>
              </a:defRPr>
            </a:lvl5pPr>
          </a:lstStyle>
          <a:p>
            <a:pPr lvl="0"/>
            <a:r>
              <a:rPr lang="en-GB" noProof="0"/>
              <a:t>Click to 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a:p>
        </p:txBody>
      </p:sp>
      <p:sp>
        <p:nvSpPr>
          <p:cNvPr id="8" name="Content Placeholder 3"/>
          <p:cNvSpPr>
            <a:spLocks noGrp="1"/>
          </p:cNvSpPr>
          <p:nvPr>
            <p:ph sz="quarter" idx="16"/>
          </p:nvPr>
        </p:nvSpPr>
        <p:spPr>
          <a:xfrm>
            <a:off x="5450349" y="1700214"/>
            <a:ext cx="6240000" cy="4681537"/>
          </a:xfrm>
          <a:prstGeom prst="rect">
            <a:avLst/>
          </a:prstGeom>
        </p:spPr>
        <p:txBody>
          <a:bodyPr/>
          <a:lstStyle>
            <a:lvl1pPr>
              <a:tabLst>
                <a:tab pos="5029200" algn="r"/>
              </a:tabLst>
              <a:defRPr>
                <a:solidFill>
                  <a:schemeClr val="bg1"/>
                </a:solidFill>
                <a:latin typeface="+mj-lt"/>
              </a:defRPr>
            </a:lvl1pPr>
            <a:lvl2pPr>
              <a:tabLst>
                <a:tab pos="5029200" algn="r"/>
              </a:tabLst>
              <a:defRPr>
                <a:solidFill>
                  <a:schemeClr val="bg1"/>
                </a:solidFill>
                <a:latin typeface="+mj-lt"/>
              </a:defRPr>
            </a:lvl2pPr>
            <a:lvl3pPr>
              <a:tabLst>
                <a:tab pos="5029200" algn="r"/>
              </a:tabLst>
              <a:defRPr>
                <a:solidFill>
                  <a:schemeClr val="bg1"/>
                </a:solidFill>
                <a:latin typeface="+mj-lt"/>
              </a:defRPr>
            </a:lvl3pPr>
            <a:lvl4pPr>
              <a:tabLst>
                <a:tab pos="5029200" algn="r"/>
              </a:tabLst>
              <a:defRPr>
                <a:solidFill>
                  <a:schemeClr val="bg1"/>
                </a:solidFill>
                <a:latin typeface="+mj-lt"/>
              </a:defRPr>
            </a:lvl4pPr>
            <a:lvl5pPr>
              <a:tabLst>
                <a:tab pos="5029200" algn="r"/>
              </a:tabLst>
              <a:defRPr baseline="0">
                <a:solidFill>
                  <a:schemeClr val="bg1"/>
                </a:solidFill>
                <a:latin typeface="+mj-lt"/>
              </a:defRPr>
            </a:lvl5pPr>
          </a:lstStyle>
          <a:p>
            <a:pPr lvl="0"/>
            <a:r>
              <a:rPr lang="en-GB" noProof="0"/>
              <a:t>Click to 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a:p>
        </p:txBody>
      </p:sp>
      <p:sp>
        <p:nvSpPr>
          <p:cNvPr id="12" name="Text Placeholder 8">
            <a:extLst>
              <a:ext uri="{FF2B5EF4-FFF2-40B4-BE49-F238E27FC236}">
                <a16:creationId xmlns:a16="http://schemas.microsoft.com/office/drawing/2014/main" id="{BA6528BD-037F-45AA-A159-CE3F98B4ACB2}"/>
              </a:ext>
            </a:extLst>
          </p:cNvPr>
          <p:cNvSpPr>
            <a:spLocks noGrp="1"/>
          </p:cNvSpPr>
          <p:nvPr>
            <p:ph type="body" sz="quarter" idx="13" hasCustomPrompt="1"/>
          </p:nvPr>
        </p:nvSpPr>
        <p:spPr>
          <a:xfrm>
            <a:off x="501651" y="837476"/>
            <a:ext cx="11162349" cy="439317"/>
          </a:xfrm>
          <a:prstGeom prst="rect">
            <a:avLst/>
          </a:prstGeom>
        </p:spPr>
        <p:txBody>
          <a:bodyPr lIns="182880" tIns="182880" rIns="182880" bIns="182880">
            <a:noAutofit/>
          </a:bodyPr>
          <a:lstStyle>
            <a:lvl1pPr marL="0" indent="0">
              <a:buNone/>
              <a:defRPr sz="1800" b="0">
                <a:solidFill>
                  <a:schemeClr val="bg1"/>
                </a:solidFill>
                <a:latin typeface="+mj-lt"/>
              </a:defRPr>
            </a:lvl1pPr>
          </a:lstStyle>
          <a:p>
            <a:pPr lvl="0"/>
            <a:r>
              <a:rPr lang="en-GB"/>
              <a:t>Click to add subtitle</a:t>
            </a:r>
          </a:p>
        </p:txBody>
      </p:sp>
      <p:sp>
        <p:nvSpPr>
          <p:cNvPr id="13" name="Title 1">
            <a:extLst>
              <a:ext uri="{FF2B5EF4-FFF2-40B4-BE49-F238E27FC236}">
                <a16:creationId xmlns:a16="http://schemas.microsoft.com/office/drawing/2014/main" id="{4245CD9C-6D63-4D06-BE78-06F0395CA23C}"/>
              </a:ext>
            </a:extLst>
          </p:cNvPr>
          <p:cNvSpPr>
            <a:spLocks noGrp="1"/>
          </p:cNvSpPr>
          <p:nvPr>
            <p:ph type="title" hasCustomPrompt="1"/>
          </p:nvPr>
        </p:nvSpPr>
        <p:spPr>
          <a:xfrm>
            <a:off x="501651" y="307341"/>
            <a:ext cx="11188700" cy="439317"/>
          </a:xfrm>
        </p:spPr>
        <p:txBody>
          <a:bodyPr>
            <a:noAutofit/>
          </a:bodyPr>
          <a:lstStyle>
            <a:lvl1pPr>
              <a:defRPr>
                <a:solidFill>
                  <a:schemeClr val="bg1"/>
                </a:solidFill>
                <a:latin typeface="+mj-lt"/>
              </a:defRPr>
            </a:lvl1pPr>
          </a:lstStyle>
          <a:p>
            <a:r>
              <a:rPr lang="en-GB"/>
              <a:t>Click to add title</a:t>
            </a:r>
          </a:p>
        </p:txBody>
      </p:sp>
    </p:spTree>
    <p:extLst>
      <p:ext uri="{BB962C8B-B14F-4D97-AF65-F5344CB8AC3E}">
        <p14:creationId xmlns:p14="http://schemas.microsoft.com/office/powerpoint/2010/main" val="1168146007"/>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10" name="Text Placeholder 18"/>
          <p:cNvSpPr>
            <a:spLocks noGrp="1"/>
          </p:cNvSpPr>
          <p:nvPr>
            <p:ph idx="1"/>
          </p:nvPr>
        </p:nvSpPr>
        <p:spPr>
          <a:xfrm>
            <a:off x="501650" y="1665289"/>
            <a:ext cx="5594351" cy="4716463"/>
          </a:xfrm>
          <a:prstGeom prst="rect">
            <a:avLst/>
          </a:prstGeom>
        </p:spPr>
        <p:txBody>
          <a:bodyPr vert="horz" lIns="182880" tIns="182880" rIns="182880" bIns="182880" rtlCol="0">
            <a:normAutofit/>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Text Placeholder 8">
            <a:extLst>
              <a:ext uri="{FF2B5EF4-FFF2-40B4-BE49-F238E27FC236}">
                <a16:creationId xmlns:a16="http://schemas.microsoft.com/office/drawing/2014/main" id="{8E194C63-94ED-4C93-8D7D-F70B2B70705A}"/>
              </a:ext>
            </a:extLst>
          </p:cNvPr>
          <p:cNvSpPr>
            <a:spLocks noGrp="1"/>
          </p:cNvSpPr>
          <p:nvPr>
            <p:ph type="body" sz="quarter" idx="13" hasCustomPrompt="1"/>
          </p:nvPr>
        </p:nvSpPr>
        <p:spPr>
          <a:xfrm>
            <a:off x="501651" y="837476"/>
            <a:ext cx="11162349" cy="439317"/>
          </a:xfrm>
          <a:prstGeom prst="rect">
            <a:avLst/>
          </a:prstGeom>
        </p:spPr>
        <p:txBody>
          <a:bodyPr lIns="182880" tIns="182880" rIns="182880" bIns="182880">
            <a:noAutofit/>
          </a:bodyPr>
          <a:lstStyle>
            <a:lvl1pPr marL="0" indent="0">
              <a:buNone/>
              <a:defRPr sz="1800" b="0">
                <a:solidFill>
                  <a:schemeClr val="tx1"/>
                </a:solidFill>
                <a:latin typeface="+mj-lt"/>
              </a:defRPr>
            </a:lvl1pPr>
          </a:lstStyle>
          <a:p>
            <a:pPr lvl="0"/>
            <a:r>
              <a:rPr lang="en-GB"/>
              <a:t>Click to add subtitle</a:t>
            </a:r>
          </a:p>
        </p:txBody>
      </p:sp>
      <p:sp>
        <p:nvSpPr>
          <p:cNvPr id="11" name="Title 1">
            <a:extLst>
              <a:ext uri="{FF2B5EF4-FFF2-40B4-BE49-F238E27FC236}">
                <a16:creationId xmlns:a16="http://schemas.microsoft.com/office/drawing/2014/main" id="{41E21696-F330-4A4F-A061-2D991F26CC9C}"/>
              </a:ext>
            </a:extLst>
          </p:cNvPr>
          <p:cNvSpPr>
            <a:spLocks noGrp="1"/>
          </p:cNvSpPr>
          <p:nvPr>
            <p:ph type="title" hasCustomPrompt="1"/>
          </p:nvPr>
        </p:nvSpPr>
        <p:spPr>
          <a:xfrm>
            <a:off x="501651" y="307341"/>
            <a:ext cx="11188700" cy="439317"/>
          </a:xfrm>
        </p:spPr>
        <p:txBody>
          <a:bodyPr>
            <a:noAutofit/>
          </a:bodyPr>
          <a:lstStyle>
            <a:lvl1pPr>
              <a:defRPr>
                <a:solidFill>
                  <a:schemeClr val="tx1"/>
                </a:solidFill>
              </a:defRPr>
            </a:lvl1pPr>
          </a:lstStyle>
          <a:p>
            <a:r>
              <a:rPr lang="en-GB"/>
              <a:t>Click to add title</a:t>
            </a:r>
          </a:p>
        </p:txBody>
      </p:sp>
    </p:spTree>
    <p:extLst>
      <p:ext uri="{BB962C8B-B14F-4D97-AF65-F5344CB8AC3E}">
        <p14:creationId xmlns:p14="http://schemas.microsoft.com/office/powerpoint/2010/main" val="2512874931"/>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subtitle, 1 column text with charts_black">
    <p:bg>
      <p:bgPr>
        <a:solidFill>
          <a:schemeClr val="tx1"/>
        </a:solidFill>
        <a:effectLst/>
      </p:bgPr>
    </p:bg>
    <p:spTree>
      <p:nvGrpSpPr>
        <p:cNvPr id="1" name=""/>
        <p:cNvGrpSpPr/>
        <p:nvPr/>
      </p:nvGrpSpPr>
      <p:grpSpPr>
        <a:xfrm>
          <a:off x="0" y="0"/>
          <a:ext cx="0" cy="0"/>
          <a:chOff x="0" y="0"/>
          <a:chExt cx="0" cy="0"/>
        </a:xfrm>
      </p:grpSpPr>
      <p:sp>
        <p:nvSpPr>
          <p:cNvPr id="10" name="Text Placeholder 18"/>
          <p:cNvSpPr>
            <a:spLocks noGrp="1"/>
          </p:cNvSpPr>
          <p:nvPr>
            <p:ph idx="1"/>
          </p:nvPr>
        </p:nvSpPr>
        <p:spPr>
          <a:xfrm>
            <a:off x="501650" y="1665289"/>
            <a:ext cx="5594351" cy="4716463"/>
          </a:xfrm>
          <a:prstGeom prst="rect">
            <a:avLst/>
          </a:prstGeom>
        </p:spPr>
        <p:txBody>
          <a:bodyPr vert="horz" lIns="182880" tIns="182880" rIns="182880" bIns="182880" rtlCol="0">
            <a:normAutofit/>
          </a:bodyPr>
          <a:lstStyle>
            <a:lvl1pPr>
              <a:defRPr>
                <a:solidFill>
                  <a:schemeClr val="bg1"/>
                </a:solidFill>
                <a:latin typeface="+mj-lt"/>
              </a:defRPr>
            </a:lvl1pPr>
            <a:lvl2pPr>
              <a:defRPr>
                <a:solidFill>
                  <a:schemeClr val="bg1"/>
                </a:solidFill>
                <a:latin typeface="+mj-lt"/>
              </a:defRPr>
            </a:lvl2pPr>
            <a:lvl3pPr>
              <a:defRPr>
                <a:solidFill>
                  <a:schemeClr val="bg1"/>
                </a:solidFill>
                <a:latin typeface="+mj-lt"/>
              </a:defRPr>
            </a:lvl3pPr>
            <a:lvl4pPr>
              <a:defRPr>
                <a:solidFill>
                  <a:schemeClr val="bg1"/>
                </a:solidFill>
                <a:latin typeface="+mj-lt"/>
              </a:defRPr>
            </a:lvl4pPr>
            <a:lvl5pPr>
              <a:defRPr>
                <a:solidFill>
                  <a:schemeClr val="bg1"/>
                </a:solidFill>
                <a:latin typeface="+mj-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Text Placeholder 8">
            <a:extLst>
              <a:ext uri="{FF2B5EF4-FFF2-40B4-BE49-F238E27FC236}">
                <a16:creationId xmlns:a16="http://schemas.microsoft.com/office/drawing/2014/main" id="{8E194C63-94ED-4C93-8D7D-F70B2B70705A}"/>
              </a:ext>
            </a:extLst>
          </p:cNvPr>
          <p:cNvSpPr>
            <a:spLocks noGrp="1"/>
          </p:cNvSpPr>
          <p:nvPr>
            <p:ph type="body" sz="quarter" idx="13" hasCustomPrompt="1"/>
          </p:nvPr>
        </p:nvSpPr>
        <p:spPr>
          <a:xfrm>
            <a:off x="501651" y="837476"/>
            <a:ext cx="11162349" cy="439317"/>
          </a:xfrm>
          <a:prstGeom prst="rect">
            <a:avLst/>
          </a:prstGeom>
        </p:spPr>
        <p:txBody>
          <a:bodyPr lIns="182880" tIns="182880" rIns="182880" bIns="182880">
            <a:noAutofit/>
          </a:bodyPr>
          <a:lstStyle>
            <a:lvl1pPr marL="0" indent="0">
              <a:buNone/>
              <a:defRPr sz="1800" b="0">
                <a:solidFill>
                  <a:schemeClr val="bg1"/>
                </a:solidFill>
                <a:latin typeface="+mj-lt"/>
              </a:defRPr>
            </a:lvl1pPr>
          </a:lstStyle>
          <a:p>
            <a:pPr lvl="0"/>
            <a:r>
              <a:rPr lang="en-GB"/>
              <a:t>Click to add subtitle</a:t>
            </a:r>
          </a:p>
        </p:txBody>
      </p:sp>
      <p:sp>
        <p:nvSpPr>
          <p:cNvPr id="11" name="Title 1">
            <a:extLst>
              <a:ext uri="{FF2B5EF4-FFF2-40B4-BE49-F238E27FC236}">
                <a16:creationId xmlns:a16="http://schemas.microsoft.com/office/drawing/2014/main" id="{41E21696-F330-4A4F-A061-2D991F26CC9C}"/>
              </a:ext>
            </a:extLst>
          </p:cNvPr>
          <p:cNvSpPr>
            <a:spLocks noGrp="1"/>
          </p:cNvSpPr>
          <p:nvPr>
            <p:ph type="title" hasCustomPrompt="1"/>
          </p:nvPr>
        </p:nvSpPr>
        <p:spPr>
          <a:xfrm>
            <a:off x="501651" y="307341"/>
            <a:ext cx="11188700" cy="439317"/>
          </a:xfrm>
        </p:spPr>
        <p:txBody>
          <a:bodyPr>
            <a:noAutofit/>
          </a:bodyPr>
          <a:lstStyle>
            <a:lvl1pPr>
              <a:defRPr>
                <a:solidFill>
                  <a:schemeClr val="bg1"/>
                </a:solidFill>
              </a:defRPr>
            </a:lvl1pPr>
          </a:lstStyle>
          <a:p>
            <a:r>
              <a:rPr lang="en-GB"/>
              <a:t>Click to add title</a:t>
            </a:r>
          </a:p>
        </p:txBody>
      </p:sp>
    </p:spTree>
    <p:extLst>
      <p:ext uri="{BB962C8B-B14F-4D97-AF65-F5344CB8AC3E}">
        <p14:creationId xmlns:p14="http://schemas.microsoft.com/office/powerpoint/2010/main" val="641758377"/>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subtitle &amp; 1 column text">
    <p:spTree>
      <p:nvGrpSpPr>
        <p:cNvPr id="1" name=""/>
        <p:cNvGrpSpPr/>
        <p:nvPr/>
      </p:nvGrpSpPr>
      <p:grpSpPr>
        <a:xfrm>
          <a:off x="0" y="0"/>
          <a:ext cx="0" cy="0"/>
          <a:chOff x="0" y="0"/>
          <a:chExt cx="0" cy="0"/>
        </a:xfrm>
      </p:grpSpPr>
      <p:sp>
        <p:nvSpPr>
          <p:cNvPr id="8" name="Text Placeholder 18"/>
          <p:cNvSpPr>
            <a:spLocks noGrp="1"/>
          </p:cNvSpPr>
          <p:nvPr>
            <p:ph idx="1"/>
          </p:nvPr>
        </p:nvSpPr>
        <p:spPr>
          <a:xfrm>
            <a:off x="502920" y="1665818"/>
            <a:ext cx="11252200" cy="4633383"/>
          </a:xfrm>
          <a:prstGeom prst="rect">
            <a:avLst/>
          </a:prstGeom>
        </p:spPr>
        <p:txBody>
          <a:bodyPr vert="horz" lIns="182880" tIns="182880" rIns="182880" bIns="182880" rtlCol="0">
            <a:normAutofit/>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GB" noProof="0"/>
              <a:t>Click to 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a:p>
        </p:txBody>
      </p:sp>
      <p:sp>
        <p:nvSpPr>
          <p:cNvPr id="7" name="Text Placeholder 8">
            <a:extLst>
              <a:ext uri="{FF2B5EF4-FFF2-40B4-BE49-F238E27FC236}">
                <a16:creationId xmlns:a16="http://schemas.microsoft.com/office/drawing/2014/main" id="{EC35CE12-0F55-44D2-B9DD-C0590980F88B}"/>
              </a:ext>
            </a:extLst>
          </p:cNvPr>
          <p:cNvSpPr>
            <a:spLocks noGrp="1"/>
          </p:cNvSpPr>
          <p:nvPr>
            <p:ph type="body" sz="quarter" idx="13" hasCustomPrompt="1"/>
          </p:nvPr>
        </p:nvSpPr>
        <p:spPr>
          <a:xfrm>
            <a:off x="501651" y="837476"/>
            <a:ext cx="11162349" cy="439317"/>
          </a:xfrm>
          <a:prstGeom prst="rect">
            <a:avLst/>
          </a:prstGeom>
        </p:spPr>
        <p:txBody>
          <a:bodyPr lIns="182880" tIns="182880" rIns="182880" bIns="182880">
            <a:noAutofit/>
          </a:bodyPr>
          <a:lstStyle>
            <a:lvl1pPr marL="0" indent="0">
              <a:buNone/>
              <a:defRPr sz="1800" b="0">
                <a:solidFill>
                  <a:schemeClr val="tx1"/>
                </a:solidFill>
                <a:latin typeface="+mj-lt"/>
              </a:defRPr>
            </a:lvl1pPr>
          </a:lstStyle>
          <a:p>
            <a:pPr lvl="0"/>
            <a:r>
              <a:rPr lang="en-GB"/>
              <a:t>Click to add subtitle</a:t>
            </a:r>
          </a:p>
        </p:txBody>
      </p:sp>
      <p:sp>
        <p:nvSpPr>
          <p:cNvPr id="10" name="Title 1">
            <a:extLst>
              <a:ext uri="{FF2B5EF4-FFF2-40B4-BE49-F238E27FC236}">
                <a16:creationId xmlns:a16="http://schemas.microsoft.com/office/drawing/2014/main" id="{388B2547-D6ED-4DFD-BEB5-2175DBB0816D}"/>
              </a:ext>
            </a:extLst>
          </p:cNvPr>
          <p:cNvSpPr>
            <a:spLocks noGrp="1"/>
          </p:cNvSpPr>
          <p:nvPr>
            <p:ph type="title" hasCustomPrompt="1"/>
          </p:nvPr>
        </p:nvSpPr>
        <p:spPr>
          <a:xfrm>
            <a:off x="501651" y="307341"/>
            <a:ext cx="11188700" cy="439317"/>
          </a:xfrm>
        </p:spPr>
        <p:txBody>
          <a:bodyPr>
            <a:noAutofit/>
          </a:bodyPr>
          <a:lstStyle>
            <a:lvl1pPr>
              <a:defRPr>
                <a:solidFill>
                  <a:schemeClr val="tx1"/>
                </a:solidFill>
              </a:defRPr>
            </a:lvl1pPr>
          </a:lstStyle>
          <a:p>
            <a:r>
              <a:rPr lang="en-GB"/>
              <a:t>Click to add title</a:t>
            </a:r>
          </a:p>
        </p:txBody>
      </p:sp>
    </p:spTree>
    <p:extLst>
      <p:ext uri="{BB962C8B-B14F-4D97-AF65-F5344CB8AC3E}">
        <p14:creationId xmlns:p14="http://schemas.microsoft.com/office/powerpoint/2010/main" val="2549566633"/>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Title, subtitle &amp; 1 column text_black">
    <p:bg>
      <p:bgPr>
        <a:solidFill>
          <a:schemeClr val="tx1"/>
        </a:solidFill>
        <a:effectLst/>
      </p:bgPr>
    </p:bg>
    <p:spTree>
      <p:nvGrpSpPr>
        <p:cNvPr id="1" name=""/>
        <p:cNvGrpSpPr/>
        <p:nvPr/>
      </p:nvGrpSpPr>
      <p:grpSpPr>
        <a:xfrm>
          <a:off x="0" y="0"/>
          <a:ext cx="0" cy="0"/>
          <a:chOff x="0" y="0"/>
          <a:chExt cx="0" cy="0"/>
        </a:xfrm>
      </p:grpSpPr>
      <p:sp>
        <p:nvSpPr>
          <p:cNvPr id="8" name="Text Placeholder 18"/>
          <p:cNvSpPr>
            <a:spLocks noGrp="1"/>
          </p:cNvSpPr>
          <p:nvPr>
            <p:ph idx="1"/>
          </p:nvPr>
        </p:nvSpPr>
        <p:spPr>
          <a:xfrm>
            <a:off x="502920" y="1665818"/>
            <a:ext cx="11252200" cy="4633383"/>
          </a:xfrm>
          <a:prstGeom prst="rect">
            <a:avLst/>
          </a:prstGeom>
        </p:spPr>
        <p:txBody>
          <a:bodyPr vert="horz" lIns="182880" tIns="182880" rIns="182880" bIns="182880" rtlCol="0">
            <a:normAutofit/>
          </a:bodyPr>
          <a:lstStyle>
            <a:lvl1pPr>
              <a:defRPr>
                <a:solidFill>
                  <a:schemeClr val="bg1"/>
                </a:solidFill>
                <a:latin typeface="+mj-lt"/>
              </a:defRPr>
            </a:lvl1pPr>
            <a:lvl2pPr>
              <a:defRPr>
                <a:solidFill>
                  <a:schemeClr val="bg1"/>
                </a:solidFill>
                <a:latin typeface="+mj-lt"/>
              </a:defRPr>
            </a:lvl2pPr>
            <a:lvl3pPr>
              <a:defRPr>
                <a:solidFill>
                  <a:schemeClr val="bg1"/>
                </a:solidFill>
                <a:latin typeface="+mj-lt"/>
              </a:defRPr>
            </a:lvl3pPr>
            <a:lvl4pPr>
              <a:defRPr>
                <a:solidFill>
                  <a:schemeClr val="bg1"/>
                </a:solidFill>
                <a:latin typeface="+mj-lt"/>
              </a:defRPr>
            </a:lvl4pPr>
            <a:lvl5pPr>
              <a:defRPr>
                <a:solidFill>
                  <a:schemeClr val="bg1"/>
                </a:solidFill>
                <a:latin typeface="+mj-lt"/>
              </a:defRPr>
            </a:lvl5pPr>
          </a:lstStyle>
          <a:p>
            <a:pPr lvl="0"/>
            <a:r>
              <a:rPr lang="en-GB" noProof="0"/>
              <a:t>Click to 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p>
        </p:txBody>
      </p:sp>
      <p:sp>
        <p:nvSpPr>
          <p:cNvPr id="7" name="Text Placeholder 8">
            <a:extLst>
              <a:ext uri="{FF2B5EF4-FFF2-40B4-BE49-F238E27FC236}">
                <a16:creationId xmlns:a16="http://schemas.microsoft.com/office/drawing/2014/main" id="{EC35CE12-0F55-44D2-B9DD-C0590980F88B}"/>
              </a:ext>
            </a:extLst>
          </p:cNvPr>
          <p:cNvSpPr>
            <a:spLocks noGrp="1"/>
          </p:cNvSpPr>
          <p:nvPr>
            <p:ph type="body" sz="quarter" idx="13" hasCustomPrompt="1"/>
          </p:nvPr>
        </p:nvSpPr>
        <p:spPr>
          <a:xfrm>
            <a:off x="501651" y="837476"/>
            <a:ext cx="11162349" cy="439317"/>
          </a:xfrm>
          <a:prstGeom prst="rect">
            <a:avLst/>
          </a:prstGeom>
        </p:spPr>
        <p:txBody>
          <a:bodyPr lIns="182880" tIns="182880" rIns="182880" bIns="182880">
            <a:noAutofit/>
          </a:bodyPr>
          <a:lstStyle>
            <a:lvl1pPr marL="0" indent="0">
              <a:buNone/>
              <a:defRPr sz="1800" b="0">
                <a:solidFill>
                  <a:schemeClr val="bg1"/>
                </a:solidFill>
                <a:latin typeface="+mj-lt"/>
              </a:defRPr>
            </a:lvl1pPr>
          </a:lstStyle>
          <a:p>
            <a:pPr lvl="0"/>
            <a:r>
              <a:rPr lang="en-GB"/>
              <a:t>Click to add subtitle</a:t>
            </a:r>
          </a:p>
        </p:txBody>
      </p:sp>
      <p:sp>
        <p:nvSpPr>
          <p:cNvPr id="10" name="Title 1">
            <a:extLst>
              <a:ext uri="{FF2B5EF4-FFF2-40B4-BE49-F238E27FC236}">
                <a16:creationId xmlns:a16="http://schemas.microsoft.com/office/drawing/2014/main" id="{388B2547-D6ED-4DFD-BEB5-2175DBB0816D}"/>
              </a:ext>
            </a:extLst>
          </p:cNvPr>
          <p:cNvSpPr>
            <a:spLocks noGrp="1"/>
          </p:cNvSpPr>
          <p:nvPr>
            <p:ph type="title" hasCustomPrompt="1"/>
          </p:nvPr>
        </p:nvSpPr>
        <p:spPr>
          <a:xfrm>
            <a:off x="501651" y="307341"/>
            <a:ext cx="11188700" cy="439317"/>
          </a:xfrm>
        </p:spPr>
        <p:txBody>
          <a:bodyPr>
            <a:noAutofit/>
          </a:bodyPr>
          <a:lstStyle>
            <a:lvl1pPr>
              <a:defRPr>
                <a:solidFill>
                  <a:schemeClr val="bg1"/>
                </a:solidFill>
              </a:defRPr>
            </a:lvl1pPr>
          </a:lstStyle>
          <a:p>
            <a:r>
              <a:rPr lang="en-GB"/>
              <a:t>Click to add title</a:t>
            </a:r>
          </a:p>
        </p:txBody>
      </p:sp>
    </p:spTree>
    <p:extLst>
      <p:ext uri="{BB962C8B-B14F-4D97-AF65-F5344CB8AC3E}">
        <p14:creationId xmlns:p14="http://schemas.microsoft.com/office/powerpoint/2010/main" val="220012833"/>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rgbClr val="86BC25"/>
        </a:solidFill>
        <a:effectLst/>
      </p:bgPr>
    </p:bg>
    <p:spTree>
      <p:nvGrpSpPr>
        <p:cNvPr id="1" name=""/>
        <p:cNvGrpSpPr/>
        <p:nvPr/>
      </p:nvGrpSpPr>
      <p:grpSpPr>
        <a:xfrm>
          <a:off x="0" y="0"/>
          <a:ext cx="0" cy="0"/>
          <a:chOff x="0" y="0"/>
          <a:chExt cx="0" cy="0"/>
        </a:xfrm>
      </p:grpSpPr>
      <p:sp>
        <p:nvSpPr>
          <p:cNvPr id="4" name="Text Placeholder 8">
            <a:extLst>
              <a:ext uri="{FF2B5EF4-FFF2-40B4-BE49-F238E27FC236}">
                <a16:creationId xmlns:a16="http://schemas.microsoft.com/office/drawing/2014/main" id="{C881454F-233A-4611-B716-852418DC9479}"/>
              </a:ext>
            </a:extLst>
          </p:cNvPr>
          <p:cNvSpPr>
            <a:spLocks noGrp="1"/>
          </p:cNvSpPr>
          <p:nvPr>
            <p:ph type="body" sz="quarter" idx="13" hasCustomPrompt="1"/>
          </p:nvPr>
        </p:nvSpPr>
        <p:spPr>
          <a:xfrm>
            <a:off x="398908" y="4137917"/>
            <a:ext cx="11162349" cy="439317"/>
          </a:xfrm>
          <a:prstGeom prst="rect">
            <a:avLst/>
          </a:prstGeom>
        </p:spPr>
        <p:txBody>
          <a:bodyPr lIns="182880" tIns="182880" rIns="182880" bIns="182880">
            <a:noAutofit/>
          </a:bodyPr>
          <a:lstStyle>
            <a:lvl1pPr marL="0" indent="0">
              <a:buNone/>
              <a:defRPr sz="2400" b="0">
                <a:solidFill>
                  <a:schemeClr val="tx1"/>
                </a:solidFill>
                <a:latin typeface="+mj-lt"/>
              </a:defRPr>
            </a:lvl1pPr>
          </a:lstStyle>
          <a:p>
            <a:pPr lvl="0"/>
            <a:r>
              <a:rPr lang="en-GB"/>
              <a:t>Click to add subtitle</a:t>
            </a:r>
          </a:p>
        </p:txBody>
      </p:sp>
      <p:sp>
        <p:nvSpPr>
          <p:cNvPr id="5" name="Title 1">
            <a:extLst>
              <a:ext uri="{FF2B5EF4-FFF2-40B4-BE49-F238E27FC236}">
                <a16:creationId xmlns:a16="http://schemas.microsoft.com/office/drawing/2014/main" id="{B9A97078-C3CC-45FB-A747-7FC55456C890}"/>
              </a:ext>
            </a:extLst>
          </p:cNvPr>
          <p:cNvSpPr>
            <a:spLocks noGrp="1"/>
          </p:cNvSpPr>
          <p:nvPr>
            <p:ph type="title" hasCustomPrompt="1"/>
          </p:nvPr>
        </p:nvSpPr>
        <p:spPr>
          <a:xfrm>
            <a:off x="398908" y="3079750"/>
            <a:ext cx="11188700" cy="698500"/>
          </a:xfrm>
        </p:spPr>
        <p:txBody>
          <a:bodyPr>
            <a:noAutofit/>
          </a:bodyPr>
          <a:lstStyle>
            <a:lvl1pPr>
              <a:defRPr sz="4000" b="1">
                <a:solidFill>
                  <a:schemeClr val="tx1"/>
                </a:solidFill>
              </a:defRPr>
            </a:lvl1pPr>
          </a:lstStyle>
          <a:p>
            <a:r>
              <a:rPr lang="en-GB"/>
              <a:t>Click to add title</a:t>
            </a:r>
          </a:p>
        </p:txBody>
      </p:sp>
    </p:spTree>
    <p:extLst>
      <p:ext uri="{BB962C8B-B14F-4D97-AF65-F5344CB8AC3E}">
        <p14:creationId xmlns:p14="http://schemas.microsoft.com/office/powerpoint/2010/main" val="301789948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_Divider - circular image">
    <p:bg bwMode="gray">
      <p:bgPr>
        <a:solidFill>
          <a:schemeClr val="bg1"/>
        </a:solidFill>
        <a:effectLst/>
      </p:bgPr>
    </p:bg>
    <p:spTree>
      <p:nvGrpSpPr>
        <p:cNvPr id="1" name=""/>
        <p:cNvGrpSpPr/>
        <p:nvPr/>
      </p:nvGrpSpPr>
      <p:grpSpPr>
        <a:xfrm>
          <a:off x="0" y="0"/>
          <a:ext cx="0" cy="0"/>
          <a:chOff x="0" y="0"/>
          <a:chExt cx="0" cy="0"/>
        </a:xfrm>
      </p:grpSpPr>
      <p:sp>
        <p:nvSpPr>
          <p:cNvPr id="6" name="Text Placeholder 8">
            <a:extLst>
              <a:ext uri="{FF2B5EF4-FFF2-40B4-BE49-F238E27FC236}">
                <a16:creationId xmlns:a16="http://schemas.microsoft.com/office/drawing/2014/main" id="{CAFBA8FB-C142-4581-9262-CFFB31F16121}"/>
              </a:ext>
            </a:extLst>
          </p:cNvPr>
          <p:cNvSpPr>
            <a:spLocks noGrp="1"/>
          </p:cNvSpPr>
          <p:nvPr>
            <p:ph type="body" sz="quarter" idx="13" hasCustomPrompt="1"/>
          </p:nvPr>
        </p:nvSpPr>
        <p:spPr>
          <a:xfrm>
            <a:off x="398908" y="4137917"/>
            <a:ext cx="11162349" cy="439317"/>
          </a:xfrm>
          <a:prstGeom prst="rect">
            <a:avLst/>
          </a:prstGeom>
        </p:spPr>
        <p:txBody>
          <a:bodyPr lIns="182880" tIns="182880" rIns="182880" bIns="182880">
            <a:noAutofit/>
          </a:bodyPr>
          <a:lstStyle>
            <a:lvl1pPr marL="0" indent="0">
              <a:buNone/>
              <a:defRPr sz="2400" b="0">
                <a:solidFill>
                  <a:schemeClr val="tx1"/>
                </a:solidFill>
                <a:latin typeface="+mj-lt"/>
              </a:defRPr>
            </a:lvl1pPr>
          </a:lstStyle>
          <a:p>
            <a:pPr lvl="0"/>
            <a:r>
              <a:rPr lang="en-GB"/>
              <a:t>Click to add subtitle</a:t>
            </a:r>
          </a:p>
        </p:txBody>
      </p:sp>
      <p:sp>
        <p:nvSpPr>
          <p:cNvPr id="7" name="Title 1">
            <a:extLst>
              <a:ext uri="{FF2B5EF4-FFF2-40B4-BE49-F238E27FC236}">
                <a16:creationId xmlns:a16="http://schemas.microsoft.com/office/drawing/2014/main" id="{B8BD7F94-90CC-4F08-AD04-83B3ADB1DB62}"/>
              </a:ext>
            </a:extLst>
          </p:cNvPr>
          <p:cNvSpPr>
            <a:spLocks noGrp="1"/>
          </p:cNvSpPr>
          <p:nvPr>
            <p:ph type="title" hasCustomPrompt="1"/>
          </p:nvPr>
        </p:nvSpPr>
        <p:spPr>
          <a:xfrm>
            <a:off x="398908" y="3079750"/>
            <a:ext cx="11188700" cy="698500"/>
          </a:xfrm>
        </p:spPr>
        <p:txBody>
          <a:bodyPr>
            <a:noAutofit/>
          </a:bodyPr>
          <a:lstStyle>
            <a:lvl1pPr>
              <a:defRPr sz="4000" b="1">
                <a:solidFill>
                  <a:schemeClr val="tx1"/>
                </a:solidFill>
              </a:defRPr>
            </a:lvl1pPr>
          </a:lstStyle>
          <a:p>
            <a:r>
              <a:rPr lang="en-GB"/>
              <a:t>Click to add title</a:t>
            </a:r>
          </a:p>
        </p:txBody>
      </p:sp>
      <p:sp>
        <p:nvSpPr>
          <p:cNvPr id="3" name="Picture Placeholder 2">
            <a:extLst>
              <a:ext uri="{FF2B5EF4-FFF2-40B4-BE49-F238E27FC236}">
                <a16:creationId xmlns:a16="http://schemas.microsoft.com/office/drawing/2014/main" id="{44B30A03-CCDA-470E-8535-FBADDA26B097}"/>
              </a:ext>
            </a:extLst>
          </p:cNvPr>
          <p:cNvSpPr>
            <a:spLocks noGrp="1"/>
          </p:cNvSpPr>
          <p:nvPr>
            <p:ph type="pic" sz="quarter" idx="14"/>
          </p:nvPr>
        </p:nvSpPr>
        <p:spPr>
          <a:xfrm>
            <a:off x="6236368" y="1288018"/>
            <a:ext cx="5130450" cy="4281964"/>
          </a:xfrm>
        </p:spPr>
        <p:txBody>
          <a:bodyPr/>
          <a:lstStyle>
            <a:lvl1pPr>
              <a:defRPr/>
            </a:lvl1pPr>
          </a:lstStyle>
          <a:p>
            <a:endParaRPr lang="en-GB"/>
          </a:p>
        </p:txBody>
      </p:sp>
    </p:spTree>
    <p:extLst>
      <p:ext uri="{BB962C8B-B14F-4D97-AF65-F5344CB8AC3E}">
        <p14:creationId xmlns:p14="http://schemas.microsoft.com/office/powerpoint/2010/main" val="2257047182"/>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vider - circular image_black">
    <p:bg bwMode="gray">
      <p:bgPr>
        <a:solidFill>
          <a:schemeClr val="tx1"/>
        </a:solidFill>
        <a:effectLst/>
      </p:bgPr>
    </p:bg>
    <p:spTree>
      <p:nvGrpSpPr>
        <p:cNvPr id="1" name=""/>
        <p:cNvGrpSpPr/>
        <p:nvPr/>
      </p:nvGrpSpPr>
      <p:grpSpPr>
        <a:xfrm>
          <a:off x="0" y="0"/>
          <a:ext cx="0" cy="0"/>
          <a:chOff x="0" y="0"/>
          <a:chExt cx="0" cy="0"/>
        </a:xfrm>
      </p:grpSpPr>
      <p:sp>
        <p:nvSpPr>
          <p:cNvPr id="6" name="Text Placeholder 8">
            <a:extLst>
              <a:ext uri="{FF2B5EF4-FFF2-40B4-BE49-F238E27FC236}">
                <a16:creationId xmlns:a16="http://schemas.microsoft.com/office/drawing/2014/main" id="{CAFBA8FB-C142-4581-9262-CFFB31F16121}"/>
              </a:ext>
            </a:extLst>
          </p:cNvPr>
          <p:cNvSpPr>
            <a:spLocks noGrp="1"/>
          </p:cNvSpPr>
          <p:nvPr>
            <p:ph type="body" sz="quarter" idx="13" hasCustomPrompt="1"/>
          </p:nvPr>
        </p:nvSpPr>
        <p:spPr>
          <a:xfrm>
            <a:off x="398908" y="4137917"/>
            <a:ext cx="11162349" cy="439317"/>
          </a:xfrm>
          <a:prstGeom prst="rect">
            <a:avLst/>
          </a:prstGeom>
        </p:spPr>
        <p:txBody>
          <a:bodyPr lIns="182880" tIns="182880" rIns="182880" bIns="182880">
            <a:noAutofit/>
          </a:bodyPr>
          <a:lstStyle>
            <a:lvl1pPr marL="0" indent="0">
              <a:buNone/>
              <a:defRPr sz="2400" b="0">
                <a:solidFill>
                  <a:schemeClr val="bg1"/>
                </a:solidFill>
                <a:latin typeface="+mj-lt"/>
              </a:defRPr>
            </a:lvl1pPr>
          </a:lstStyle>
          <a:p>
            <a:pPr lvl="0"/>
            <a:r>
              <a:rPr lang="en-GB"/>
              <a:t>Click to add subtitle</a:t>
            </a:r>
          </a:p>
        </p:txBody>
      </p:sp>
      <p:sp>
        <p:nvSpPr>
          <p:cNvPr id="7" name="Title 1">
            <a:extLst>
              <a:ext uri="{FF2B5EF4-FFF2-40B4-BE49-F238E27FC236}">
                <a16:creationId xmlns:a16="http://schemas.microsoft.com/office/drawing/2014/main" id="{B8BD7F94-90CC-4F08-AD04-83B3ADB1DB62}"/>
              </a:ext>
            </a:extLst>
          </p:cNvPr>
          <p:cNvSpPr>
            <a:spLocks noGrp="1"/>
          </p:cNvSpPr>
          <p:nvPr>
            <p:ph type="title" hasCustomPrompt="1"/>
          </p:nvPr>
        </p:nvSpPr>
        <p:spPr>
          <a:xfrm>
            <a:off x="398908" y="3079750"/>
            <a:ext cx="11188700" cy="698500"/>
          </a:xfrm>
        </p:spPr>
        <p:txBody>
          <a:bodyPr>
            <a:noAutofit/>
          </a:bodyPr>
          <a:lstStyle>
            <a:lvl1pPr>
              <a:defRPr sz="4000" b="1">
                <a:solidFill>
                  <a:schemeClr val="bg1"/>
                </a:solidFill>
              </a:defRPr>
            </a:lvl1pPr>
          </a:lstStyle>
          <a:p>
            <a:r>
              <a:rPr lang="en-GB"/>
              <a:t>Click to add title</a:t>
            </a:r>
          </a:p>
        </p:txBody>
      </p:sp>
      <p:sp>
        <p:nvSpPr>
          <p:cNvPr id="3" name="Picture Placeholder 2">
            <a:extLst>
              <a:ext uri="{FF2B5EF4-FFF2-40B4-BE49-F238E27FC236}">
                <a16:creationId xmlns:a16="http://schemas.microsoft.com/office/drawing/2014/main" id="{44B30A03-CCDA-470E-8535-FBADDA26B097}"/>
              </a:ext>
            </a:extLst>
          </p:cNvPr>
          <p:cNvSpPr>
            <a:spLocks noGrp="1"/>
          </p:cNvSpPr>
          <p:nvPr>
            <p:ph type="pic" sz="quarter" idx="14"/>
          </p:nvPr>
        </p:nvSpPr>
        <p:spPr>
          <a:xfrm>
            <a:off x="6236368" y="1288018"/>
            <a:ext cx="5130450" cy="4281964"/>
          </a:xfrm>
        </p:spPr>
        <p:txBody>
          <a:bodyPr/>
          <a:lstStyle>
            <a:lvl1pPr>
              <a:defRPr/>
            </a:lvl1pPr>
          </a:lstStyle>
          <a:p>
            <a:endParaRPr lang="en-GB"/>
          </a:p>
        </p:txBody>
      </p:sp>
    </p:spTree>
    <p:extLst>
      <p:ext uri="{BB962C8B-B14F-4D97-AF65-F5344CB8AC3E}">
        <p14:creationId xmlns:p14="http://schemas.microsoft.com/office/powerpoint/2010/main" val="3615494499"/>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vider - fullbleed">
    <p:bg bwMode="gray">
      <p:bgPr>
        <a:solidFill>
          <a:srgbClr val="009A44"/>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E5D96553-2B86-474D-AE22-78B106391BD2}"/>
              </a:ext>
            </a:extLst>
          </p:cNvPr>
          <p:cNvPicPr>
            <a:picLocks noChangeAspect="1"/>
          </p:cNvPicPr>
          <p:nvPr userDrawn="1"/>
        </p:nvPicPr>
        <p:blipFill rotWithShape="1">
          <a:blip r:embed="rId2"/>
          <a:srcRect l="960" t="1874" r="960"/>
          <a:stretch/>
        </p:blipFill>
        <p:spPr>
          <a:xfrm>
            <a:off x="0" y="0"/>
            <a:ext cx="12192000" cy="6858000"/>
          </a:xfrm>
          <a:prstGeom prst="rect">
            <a:avLst/>
          </a:prstGeom>
        </p:spPr>
      </p:pic>
      <p:sp>
        <p:nvSpPr>
          <p:cNvPr id="5" name="Text Placeholder 8">
            <a:extLst>
              <a:ext uri="{FF2B5EF4-FFF2-40B4-BE49-F238E27FC236}">
                <a16:creationId xmlns:a16="http://schemas.microsoft.com/office/drawing/2014/main" id="{A0CF62B4-F56A-4C66-96B7-497CE4D8822B}"/>
              </a:ext>
            </a:extLst>
          </p:cNvPr>
          <p:cNvSpPr>
            <a:spLocks noGrp="1"/>
          </p:cNvSpPr>
          <p:nvPr>
            <p:ph type="body" sz="quarter" idx="13" hasCustomPrompt="1"/>
          </p:nvPr>
        </p:nvSpPr>
        <p:spPr>
          <a:xfrm>
            <a:off x="398908" y="4137917"/>
            <a:ext cx="11162349" cy="439317"/>
          </a:xfrm>
          <a:prstGeom prst="rect">
            <a:avLst/>
          </a:prstGeom>
        </p:spPr>
        <p:txBody>
          <a:bodyPr lIns="182880" tIns="182880" rIns="182880" bIns="182880">
            <a:noAutofit/>
          </a:bodyPr>
          <a:lstStyle>
            <a:lvl1pPr marL="0" indent="0">
              <a:buNone/>
              <a:defRPr sz="2400" b="0">
                <a:solidFill>
                  <a:schemeClr val="bg1"/>
                </a:solidFill>
                <a:latin typeface="+mj-lt"/>
              </a:defRPr>
            </a:lvl1pPr>
          </a:lstStyle>
          <a:p>
            <a:pPr lvl="0"/>
            <a:r>
              <a:rPr lang="en-GB"/>
              <a:t>Click to add subtitle</a:t>
            </a:r>
          </a:p>
        </p:txBody>
      </p:sp>
      <p:sp>
        <p:nvSpPr>
          <p:cNvPr id="6" name="Title 1">
            <a:extLst>
              <a:ext uri="{FF2B5EF4-FFF2-40B4-BE49-F238E27FC236}">
                <a16:creationId xmlns:a16="http://schemas.microsoft.com/office/drawing/2014/main" id="{F589E032-CCDF-4908-9821-7B72535F1685}"/>
              </a:ext>
            </a:extLst>
          </p:cNvPr>
          <p:cNvSpPr>
            <a:spLocks noGrp="1"/>
          </p:cNvSpPr>
          <p:nvPr>
            <p:ph type="title" hasCustomPrompt="1"/>
          </p:nvPr>
        </p:nvSpPr>
        <p:spPr>
          <a:xfrm>
            <a:off x="398908" y="3079750"/>
            <a:ext cx="11188700" cy="698500"/>
          </a:xfrm>
        </p:spPr>
        <p:txBody>
          <a:bodyPr>
            <a:noAutofit/>
          </a:bodyPr>
          <a:lstStyle>
            <a:lvl1pPr>
              <a:defRPr sz="4000" b="1">
                <a:solidFill>
                  <a:schemeClr val="bg1"/>
                </a:solidFill>
              </a:defRPr>
            </a:lvl1pPr>
          </a:lstStyle>
          <a:p>
            <a:r>
              <a:rPr lang="en-GB"/>
              <a:t>Click to add title</a:t>
            </a:r>
          </a:p>
        </p:txBody>
      </p:sp>
    </p:spTree>
    <p:extLst>
      <p:ext uri="{BB962C8B-B14F-4D97-AF65-F5344CB8AC3E}">
        <p14:creationId xmlns:p14="http://schemas.microsoft.com/office/powerpoint/2010/main" val="2831895898"/>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Title Slide - Black">
    <p:bg bwMode="gray">
      <p:bgPr>
        <a:solidFill>
          <a:schemeClr val="tx1"/>
        </a:solidFill>
        <a:effectLst/>
      </p:bgPr>
    </p:bg>
    <p:spTree>
      <p:nvGrpSpPr>
        <p:cNvPr id="1" name=""/>
        <p:cNvGrpSpPr/>
        <p:nvPr/>
      </p:nvGrpSpPr>
      <p:grpSpPr>
        <a:xfrm>
          <a:off x="0" y="0"/>
          <a:ext cx="0" cy="0"/>
          <a:chOff x="0" y="0"/>
          <a:chExt cx="0" cy="0"/>
        </a:xfrm>
      </p:grpSpPr>
      <p:sp>
        <p:nvSpPr>
          <p:cNvPr id="17" name="Picture Placeholder 8">
            <a:extLst>
              <a:ext uri="{FF2B5EF4-FFF2-40B4-BE49-F238E27FC236}">
                <a16:creationId xmlns:a16="http://schemas.microsoft.com/office/drawing/2014/main" id="{DEF77F0F-DE6A-48C9-92BD-013174DD643C}"/>
              </a:ext>
            </a:extLst>
          </p:cNvPr>
          <p:cNvSpPr>
            <a:spLocks noGrp="1"/>
          </p:cNvSpPr>
          <p:nvPr>
            <p:ph type="pic" sz="quarter" idx="11"/>
          </p:nvPr>
        </p:nvSpPr>
        <p:spPr>
          <a:xfrm>
            <a:off x="3393716" y="727595"/>
            <a:ext cx="5400000" cy="5400000"/>
          </a:xfrm>
          <a:prstGeom prst="rect">
            <a:avLst/>
          </a:prstGeom>
        </p:spPr>
        <p:txBody>
          <a:bodyPr/>
          <a:lstStyle>
            <a:lvl1pPr>
              <a:defRPr>
                <a:solidFill>
                  <a:schemeClr val="bg1"/>
                </a:solidFill>
              </a:defRPr>
            </a:lvl1pPr>
          </a:lstStyle>
          <a:p>
            <a:r>
              <a:rPr lang="en-GB" noProof="0"/>
              <a:t>Click icon to add picture</a:t>
            </a:r>
            <a:endParaRPr lang="en-GB"/>
          </a:p>
        </p:txBody>
      </p:sp>
      <p:sp>
        <p:nvSpPr>
          <p:cNvPr id="11" name="Title 1">
            <a:extLst>
              <a:ext uri="{FF2B5EF4-FFF2-40B4-BE49-F238E27FC236}">
                <a16:creationId xmlns:a16="http://schemas.microsoft.com/office/drawing/2014/main" id="{3D58A633-0021-4DAD-A2DA-9541178354B2}"/>
              </a:ext>
            </a:extLst>
          </p:cNvPr>
          <p:cNvSpPr>
            <a:spLocks noGrp="1"/>
          </p:cNvSpPr>
          <p:nvPr>
            <p:ph type="ctrTitle"/>
          </p:nvPr>
        </p:nvSpPr>
        <p:spPr bwMode="gray">
          <a:xfrm>
            <a:off x="275619" y="4798141"/>
            <a:ext cx="4446269" cy="1253337"/>
          </a:xfrm>
        </p:spPr>
        <p:txBody>
          <a:bodyPr anchor="t" anchorCtr="0">
            <a:noAutofit/>
          </a:bodyPr>
          <a:lstStyle>
            <a:lvl1pPr algn="l">
              <a:lnSpc>
                <a:spcPct val="100000"/>
              </a:lnSpc>
              <a:defRPr sz="2800" b="0">
                <a:solidFill>
                  <a:schemeClr val="accent1"/>
                </a:solidFill>
                <a:latin typeface="+mn-lt"/>
                <a:ea typeface="Open Sans" panose="020B0606030504020204" pitchFamily="34" charset="0"/>
                <a:cs typeface="Calibri" panose="020F0502020204030204" pitchFamily="34" charset="0"/>
              </a:defRPr>
            </a:lvl1pPr>
          </a:lstStyle>
          <a:p>
            <a:r>
              <a:rPr lang="en-GB" noProof="0"/>
              <a:t>Click to edit Master title style</a:t>
            </a:r>
            <a:endParaRPr lang="en-GB"/>
          </a:p>
        </p:txBody>
      </p:sp>
      <p:sp>
        <p:nvSpPr>
          <p:cNvPr id="12" name="Text Placeholder 4">
            <a:extLst>
              <a:ext uri="{FF2B5EF4-FFF2-40B4-BE49-F238E27FC236}">
                <a16:creationId xmlns:a16="http://schemas.microsoft.com/office/drawing/2014/main" id="{9195BCDD-2392-4CBF-8800-59C2AF64B3CA}"/>
              </a:ext>
            </a:extLst>
          </p:cNvPr>
          <p:cNvSpPr>
            <a:spLocks noGrp="1"/>
          </p:cNvSpPr>
          <p:nvPr>
            <p:ph type="body" sz="quarter" idx="10"/>
          </p:nvPr>
        </p:nvSpPr>
        <p:spPr>
          <a:xfrm>
            <a:off x="275619" y="6155777"/>
            <a:ext cx="4446269" cy="471053"/>
          </a:xfrm>
          <a:prstGeom prst="rect">
            <a:avLst/>
          </a:prstGeom>
        </p:spPr>
        <p:txBody>
          <a:bodyPr>
            <a:noAutofit/>
          </a:bodyPr>
          <a:lstStyle>
            <a:lvl1pPr>
              <a:spcAft>
                <a:spcPts val="0"/>
              </a:spcAft>
              <a:defRPr sz="1400">
                <a:solidFill>
                  <a:schemeClr val="bg1"/>
                </a:solidFill>
                <a:latin typeface="+mj-lt"/>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noProof="0"/>
              <a:t>Click to edit Master text styles</a:t>
            </a:r>
            <a:endParaRPr lang="en-GB"/>
          </a:p>
        </p:txBody>
      </p:sp>
      <p:pic>
        <p:nvPicPr>
          <p:cNvPr id="1007095488" name="Rectangle 1" descr="{&quot;templafy&quot;:{&quot;id&quot;:&quot;656c0c86-3ac5-4c31-9ae1-cc4f633bb169&quot;}}"/>
          <p:cNvPicPr>
            <a:picLocks noChangeAspect="1"/>
          </p:cNvPicPr>
          <p:nvPr/>
        </p:nvPicPr>
        <p:blipFill>
          <a:blip r:embed="rId2"/>
          <a:stretch>
            <a:fillRect/>
          </a:stretch>
        </p:blipFill>
        <p:spPr>
          <a:xfrm>
            <a:off x="469900" y="457200"/>
            <a:ext cx="2286000" cy="424405"/>
          </a:xfrm>
          <a:prstGeom prst="rect">
            <a:avLst/>
          </a:prstGeom>
        </p:spPr>
      </p:pic>
    </p:spTree>
    <p:extLst>
      <p:ext uri="{BB962C8B-B14F-4D97-AF65-F5344CB8AC3E}">
        <p14:creationId xmlns:p14="http://schemas.microsoft.com/office/powerpoint/2010/main" val="4258729407"/>
      </p:ext>
    </p:extLst>
  </p:cSld>
  <p:clrMapOvr>
    <a:masterClrMapping/>
  </p:clrMapOvr>
  <p:transition>
    <p:fade/>
  </p:transition>
  <p:hf hdr="0" dt="0"/>
  <p:extLst>
    <p:ext uri="{DCECCB84-F9BA-43D5-87BE-67443E8EF086}">
      <p15:sldGuideLst xmlns:p15="http://schemas.microsoft.com/office/powerpoint/2012/main">
        <p15:guide id="1" orient="horz" pos="4088">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A">
    <p:spTree>
      <p:nvGrpSpPr>
        <p:cNvPr id="1" name=""/>
        <p:cNvGrpSpPr/>
        <p:nvPr/>
      </p:nvGrpSpPr>
      <p:grpSpPr>
        <a:xfrm>
          <a:off x="0" y="0"/>
          <a:ext cx="0" cy="0"/>
          <a:chOff x="0" y="0"/>
          <a:chExt cx="0" cy="0"/>
        </a:xfrm>
      </p:grpSpPr>
      <p:sp>
        <p:nvSpPr>
          <p:cNvPr id="4" name="Text Placeholder 8">
            <a:extLst>
              <a:ext uri="{FF2B5EF4-FFF2-40B4-BE49-F238E27FC236}">
                <a16:creationId xmlns:a16="http://schemas.microsoft.com/office/drawing/2014/main" id="{393186EF-EDA6-4FB6-DBB5-0870ED2DE095}"/>
              </a:ext>
            </a:extLst>
          </p:cNvPr>
          <p:cNvSpPr>
            <a:spLocks noGrp="1"/>
          </p:cNvSpPr>
          <p:nvPr>
            <p:ph type="body" sz="quarter" idx="13" hasCustomPrompt="1"/>
          </p:nvPr>
        </p:nvSpPr>
        <p:spPr>
          <a:xfrm>
            <a:off x="501651" y="837476"/>
            <a:ext cx="11162349" cy="439317"/>
          </a:xfrm>
          <a:prstGeom prst="rect">
            <a:avLst/>
          </a:prstGeom>
        </p:spPr>
        <p:txBody>
          <a:bodyPr lIns="182880" tIns="182880" rIns="182880" bIns="182880">
            <a:noAutofit/>
          </a:bodyPr>
          <a:lstStyle>
            <a:lvl1pPr marL="0" indent="0">
              <a:buNone/>
              <a:defRPr sz="1800" b="0">
                <a:solidFill>
                  <a:schemeClr val="tx1"/>
                </a:solidFill>
                <a:latin typeface="+mj-lt"/>
              </a:defRPr>
            </a:lvl1pPr>
          </a:lstStyle>
          <a:p>
            <a:pPr lvl="0"/>
            <a:r>
              <a:rPr lang="en-GB"/>
              <a:t>Click to add subtitle</a:t>
            </a:r>
          </a:p>
        </p:txBody>
      </p:sp>
      <p:sp>
        <p:nvSpPr>
          <p:cNvPr id="5" name="Title 4">
            <a:extLst>
              <a:ext uri="{FF2B5EF4-FFF2-40B4-BE49-F238E27FC236}">
                <a16:creationId xmlns:a16="http://schemas.microsoft.com/office/drawing/2014/main" id="{5A96E061-D2C3-FC25-D627-4011DE92818D}"/>
              </a:ext>
            </a:extLst>
          </p:cNvPr>
          <p:cNvSpPr>
            <a:spLocks noGrp="1"/>
          </p:cNvSpPr>
          <p:nvPr>
            <p:ph type="title"/>
          </p:nvPr>
        </p:nvSpPr>
        <p:spPr/>
        <p:txBody>
          <a:bodyPr/>
          <a:lstStyle>
            <a:lvl1pPr>
              <a:defRPr/>
            </a:lvl1pPr>
          </a:lstStyle>
          <a:p>
            <a:r>
              <a:rPr lang="en-GB"/>
              <a:t>Click to edit Master title style</a:t>
            </a:r>
          </a:p>
        </p:txBody>
      </p:sp>
    </p:spTree>
    <p:extLst>
      <p:ext uri="{BB962C8B-B14F-4D97-AF65-F5344CB8AC3E}">
        <p14:creationId xmlns:p14="http://schemas.microsoft.com/office/powerpoint/2010/main" val="1338676221"/>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B">
    <p:bg>
      <p:bgRef idx="1001">
        <a:schemeClr val="bg1"/>
      </p:bgRef>
    </p:bg>
    <p:spTree>
      <p:nvGrpSpPr>
        <p:cNvPr id="1" name=""/>
        <p:cNvGrpSpPr/>
        <p:nvPr/>
      </p:nvGrpSpPr>
      <p:grpSpPr>
        <a:xfrm>
          <a:off x="0" y="0"/>
          <a:ext cx="0" cy="0"/>
          <a:chOff x="0" y="0"/>
          <a:chExt cx="0" cy="0"/>
        </a:xfrm>
      </p:grpSpPr>
      <p:sp>
        <p:nvSpPr>
          <p:cNvPr id="4" name="Text Placeholder 8">
            <a:extLst>
              <a:ext uri="{FF2B5EF4-FFF2-40B4-BE49-F238E27FC236}">
                <a16:creationId xmlns:a16="http://schemas.microsoft.com/office/drawing/2014/main" id="{393186EF-EDA6-4FB6-DBB5-0870ED2DE095}"/>
              </a:ext>
            </a:extLst>
          </p:cNvPr>
          <p:cNvSpPr>
            <a:spLocks noGrp="1"/>
          </p:cNvSpPr>
          <p:nvPr>
            <p:ph type="body" sz="quarter" idx="13" hasCustomPrompt="1"/>
          </p:nvPr>
        </p:nvSpPr>
        <p:spPr>
          <a:xfrm>
            <a:off x="501651" y="837476"/>
            <a:ext cx="11162349" cy="439317"/>
          </a:xfrm>
          <a:prstGeom prst="rect">
            <a:avLst/>
          </a:prstGeom>
        </p:spPr>
        <p:txBody>
          <a:bodyPr lIns="182880" tIns="182880" rIns="182880" bIns="182880">
            <a:noAutofit/>
          </a:bodyPr>
          <a:lstStyle>
            <a:lvl1pPr marL="0" indent="0">
              <a:buNone/>
              <a:defRPr sz="1800" b="0">
                <a:solidFill>
                  <a:schemeClr val="tx1"/>
                </a:solidFill>
                <a:latin typeface="+mj-lt"/>
              </a:defRPr>
            </a:lvl1pPr>
          </a:lstStyle>
          <a:p>
            <a:pPr lvl="0"/>
            <a:r>
              <a:rPr lang="en-GB"/>
              <a:t>Click to add subtitle</a:t>
            </a:r>
          </a:p>
        </p:txBody>
      </p:sp>
      <p:sp>
        <p:nvSpPr>
          <p:cNvPr id="5" name="Title 4">
            <a:extLst>
              <a:ext uri="{FF2B5EF4-FFF2-40B4-BE49-F238E27FC236}">
                <a16:creationId xmlns:a16="http://schemas.microsoft.com/office/drawing/2014/main" id="{5A96E061-D2C3-FC25-D627-4011DE92818D}"/>
              </a:ext>
            </a:extLst>
          </p:cNvPr>
          <p:cNvSpPr>
            <a:spLocks noGrp="1"/>
          </p:cNvSpPr>
          <p:nvPr>
            <p:ph type="title"/>
          </p:nvPr>
        </p:nvSpPr>
        <p:spPr/>
        <p:txBody>
          <a:bodyPr/>
          <a:lstStyle>
            <a:lvl1pPr>
              <a:defRPr/>
            </a:lvl1pPr>
          </a:lstStyle>
          <a:p>
            <a:r>
              <a:rPr lang="en-GB"/>
              <a:t>Click to edit Master title style</a:t>
            </a:r>
          </a:p>
        </p:txBody>
      </p:sp>
    </p:spTree>
    <p:extLst>
      <p:ext uri="{BB962C8B-B14F-4D97-AF65-F5344CB8AC3E}">
        <p14:creationId xmlns:p14="http://schemas.microsoft.com/office/powerpoint/2010/main" val="202554160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37049391"/>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Copyright">
    <p:spTree>
      <p:nvGrpSpPr>
        <p:cNvPr id="1" name=""/>
        <p:cNvGrpSpPr/>
        <p:nvPr/>
      </p:nvGrpSpPr>
      <p:grpSpPr>
        <a:xfrm>
          <a:off x="0" y="0"/>
          <a:ext cx="0" cy="0"/>
          <a:chOff x="0" y="0"/>
          <a:chExt cx="0" cy="0"/>
        </a:xfrm>
      </p:grpSpPr>
      <p:pic>
        <p:nvPicPr>
          <p:cNvPr id="1508385177" name="Rectangle 1" descr="{&quot;templafy&quot;:{&quot;id&quot;:&quot;0a80a8fa-5cad-477c-b022-417e3d7ac4ed&quot;}}"/>
          <p:cNvPicPr>
            <a:picLocks noChangeAspect="1"/>
          </p:cNvPicPr>
          <p:nvPr/>
        </p:nvPicPr>
        <p:blipFill>
          <a:blip r:embed="rId2"/>
          <a:stretch>
            <a:fillRect/>
          </a:stretch>
        </p:blipFill>
        <p:spPr>
          <a:xfrm>
            <a:off x="469900" y="457200"/>
            <a:ext cx="2286000" cy="425482"/>
          </a:xfrm>
          <a:prstGeom prst="rect">
            <a:avLst/>
          </a:prstGeom>
        </p:spPr>
      </p:pic>
      <p:sp>
        <p:nvSpPr>
          <p:cNvPr id="3" name="text" descr="{&quot;templafy&quot;:{&quot;id&quot;:&quot;e478b65b-1b26-4f27-8f25-f42953deec1f&quot;}}" title="UserProfile.LegalEntity.{{Form.InternalExternal.PowerpointPrefix}}_{{DocumentLanguage}}">
            <a:extLst>
              <a:ext uri="{FF2B5EF4-FFF2-40B4-BE49-F238E27FC236}">
                <a16:creationId xmlns:a16="http://schemas.microsoft.com/office/drawing/2014/main" id="{55F48280-4E48-5382-C5B4-D1720EB49708}"/>
              </a:ext>
            </a:extLst>
          </p:cNvPr>
          <p:cNvSpPr txBox="1"/>
          <p:nvPr userDrawn="1"/>
        </p:nvSpPr>
        <p:spPr>
          <a:xfrm>
            <a:off x="474359" y="2756620"/>
            <a:ext cx="7623175" cy="3999600"/>
          </a:xfrm>
          <a:prstGeom prst="rect">
            <a:avLst/>
          </a:prstGeom>
          <a:noFill/>
        </p:spPr>
        <p:txBody>
          <a:bodyPr wrap="square" lIns="0" tIns="0" rIns="0" bIns="0" rtlCol="0" anchor="b" anchorCtr="0">
            <a:noAutofit/>
          </a:bodyPr>
          <a:lstStyle/>
          <a:p>
            <a:r>
              <a:rPr lang="en-GB" sz="900" kern="1200">
                <a:solidFill>
                  <a:schemeClr val="tx1"/>
                </a:solidFill>
                <a:effectLst/>
                <a:latin typeface="Aptos" panose="020B0004020202020204" pitchFamily="34" charset="0"/>
                <a:ea typeface="+mn-ea"/>
                <a:cs typeface="Calibri Light" panose="020F0302020204030204" pitchFamily="34" charset="0"/>
              </a:rPr>
              <a:t>This is an internal document which provides confidential advice and guidance to partners and staff of Deloitte in the UK. It is not to be copied or made available to any other party.
© 2026 Deloitte MCS Limited. All rights reserved.</a:t>
            </a:r>
          </a:p>
        </p:txBody>
      </p:sp>
    </p:spTree>
    <p:extLst>
      <p:ext uri="{BB962C8B-B14F-4D97-AF65-F5344CB8AC3E}">
        <p14:creationId xmlns:p14="http://schemas.microsoft.com/office/powerpoint/2010/main" val="3311421266"/>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opyright">
    <p:bg>
      <p:bgPr>
        <a:solidFill>
          <a:schemeClr val="tx1"/>
        </a:solidFill>
        <a:effectLst/>
      </p:bgPr>
    </p:bg>
    <p:spTree>
      <p:nvGrpSpPr>
        <p:cNvPr id="1" name=""/>
        <p:cNvGrpSpPr/>
        <p:nvPr/>
      </p:nvGrpSpPr>
      <p:grpSpPr>
        <a:xfrm>
          <a:off x="0" y="0"/>
          <a:ext cx="0" cy="0"/>
          <a:chOff x="0" y="0"/>
          <a:chExt cx="0" cy="0"/>
        </a:xfrm>
      </p:grpSpPr>
      <p:pic>
        <p:nvPicPr>
          <p:cNvPr id="1747140592" name="Rectangle 1" descr="{&quot;templafy&quot;:{&quot;id&quot;:&quot;f2dc45c7-3474-4bf9-8074-e92e0f5151e8&quot;}}"/>
          <p:cNvPicPr>
            <a:picLocks noChangeAspect="1"/>
          </p:cNvPicPr>
          <p:nvPr/>
        </p:nvPicPr>
        <p:blipFill>
          <a:blip r:embed="rId2"/>
          <a:stretch>
            <a:fillRect/>
          </a:stretch>
        </p:blipFill>
        <p:spPr>
          <a:xfrm>
            <a:off x="469900" y="457200"/>
            <a:ext cx="2286000" cy="424405"/>
          </a:xfrm>
          <a:prstGeom prst="rect">
            <a:avLst/>
          </a:prstGeom>
        </p:spPr>
      </p:pic>
      <p:sp>
        <p:nvSpPr>
          <p:cNvPr id="3" name="text" descr="{&quot;templafy&quot;:{&quot;id&quot;:&quot;0ecb2288-d44a-4f15-be7b-0ee4b5fe61ff&quot;}}" title="UserProfile.LegalEntity.{{Form.InternalExternal.PowerpointPrefix}}_{{DocumentLanguage}}">
            <a:extLst>
              <a:ext uri="{FF2B5EF4-FFF2-40B4-BE49-F238E27FC236}">
                <a16:creationId xmlns:a16="http://schemas.microsoft.com/office/drawing/2014/main" id="{DB72678A-B19C-925A-663A-3E723DDA464B}"/>
              </a:ext>
            </a:extLst>
          </p:cNvPr>
          <p:cNvSpPr txBox="1"/>
          <p:nvPr userDrawn="1"/>
        </p:nvSpPr>
        <p:spPr>
          <a:xfrm>
            <a:off x="474359" y="2756620"/>
            <a:ext cx="7623175" cy="3999600"/>
          </a:xfrm>
          <a:prstGeom prst="rect">
            <a:avLst/>
          </a:prstGeom>
          <a:noFill/>
        </p:spPr>
        <p:txBody>
          <a:bodyPr wrap="square" lIns="0" tIns="0" rIns="0" bIns="0" rtlCol="0" anchor="b" anchorCtr="0">
            <a:noAutofit/>
          </a:bodyPr>
          <a:lstStyle/>
          <a:p>
            <a:r>
              <a:rPr lang="en-GB" sz="900" kern="1200">
                <a:solidFill>
                  <a:schemeClr val="bg1"/>
                </a:solidFill>
                <a:effectLst/>
                <a:latin typeface="Aptos" panose="020B0004020202020204" pitchFamily="34" charset="0"/>
                <a:ea typeface="+mn-ea"/>
                <a:cs typeface="Calibri Light" panose="020F0302020204030204" pitchFamily="34" charset="0"/>
              </a:rPr>
              <a:t>This is an internal document which provides confidential advice and guidance to partners and staff of Deloitte in the UK. It is not to be copied or made available to any other party.
© 2026 Deloitte MCS Limited. All rights reserved.</a:t>
            </a:r>
          </a:p>
        </p:txBody>
      </p:sp>
    </p:spTree>
    <p:extLst>
      <p:ext uri="{BB962C8B-B14F-4D97-AF65-F5344CB8AC3E}">
        <p14:creationId xmlns:p14="http://schemas.microsoft.com/office/powerpoint/2010/main" val="4197694027"/>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Custom Layout">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84E0D3F-B4CE-C20C-561F-182AA26D9385}"/>
              </a:ext>
            </a:extLst>
          </p:cNvPr>
          <p:cNvSpPr>
            <a:spLocks noGrp="1"/>
          </p:cNvSpPr>
          <p:nvPr>
            <p:ph type="ctrTitle" hasCustomPrompt="1"/>
          </p:nvPr>
        </p:nvSpPr>
        <p:spPr>
          <a:xfrm>
            <a:off x="532264" y="1436160"/>
            <a:ext cx="7744749" cy="2264833"/>
          </a:xfrm>
        </p:spPr>
        <p:txBody>
          <a:bodyPr anchor="b">
            <a:normAutofit/>
          </a:bodyPr>
          <a:lstStyle>
            <a:lvl1pPr algn="l">
              <a:defRPr sz="3200" b="1">
                <a:solidFill>
                  <a:schemeClr val="tx1"/>
                </a:solidFill>
              </a:defRPr>
            </a:lvl1pPr>
          </a:lstStyle>
          <a:p>
            <a:r>
              <a:rPr lang="en-US"/>
              <a:t>Click to edit Master title style </a:t>
            </a:r>
          </a:p>
        </p:txBody>
      </p:sp>
      <p:sp>
        <p:nvSpPr>
          <p:cNvPr id="5" name="Subtitle 2">
            <a:extLst>
              <a:ext uri="{FF2B5EF4-FFF2-40B4-BE49-F238E27FC236}">
                <a16:creationId xmlns:a16="http://schemas.microsoft.com/office/drawing/2014/main" id="{062FFBFA-501B-5111-CAB4-8FD2DBB07226}"/>
              </a:ext>
            </a:extLst>
          </p:cNvPr>
          <p:cNvSpPr>
            <a:spLocks noGrp="1"/>
          </p:cNvSpPr>
          <p:nvPr>
            <p:ph type="subTitle" idx="1"/>
          </p:nvPr>
        </p:nvSpPr>
        <p:spPr>
          <a:xfrm>
            <a:off x="532264" y="3781426"/>
            <a:ext cx="7744749" cy="1003300"/>
          </a:xfrm>
        </p:spPr>
        <p:txBody>
          <a:bodyPr>
            <a:normAutofit/>
          </a:bodyPr>
          <a:lstStyle>
            <a:lvl1pPr marL="0" indent="0" algn="l">
              <a:buNone/>
              <a:defRPr sz="1400">
                <a:solidFill>
                  <a:schemeClr val="tx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grpSp>
        <p:nvGrpSpPr>
          <p:cNvPr id="6" name="Group 5">
            <a:extLst>
              <a:ext uri="{FF2B5EF4-FFF2-40B4-BE49-F238E27FC236}">
                <a16:creationId xmlns:a16="http://schemas.microsoft.com/office/drawing/2014/main" id="{583BEF74-6E6E-2C48-1614-A415244E3191}"/>
              </a:ext>
            </a:extLst>
          </p:cNvPr>
          <p:cNvGrpSpPr>
            <a:grpSpLocks noChangeAspect="1"/>
          </p:cNvGrpSpPr>
          <p:nvPr userDrawn="1"/>
        </p:nvGrpSpPr>
        <p:grpSpPr>
          <a:xfrm>
            <a:off x="10668829" y="6430297"/>
            <a:ext cx="1301957" cy="247513"/>
            <a:chOff x="398463" y="404813"/>
            <a:chExt cx="1627187" cy="307976"/>
          </a:xfrm>
          <a:solidFill>
            <a:sysClr val="windowText" lastClr="000000"/>
          </a:solidFill>
        </p:grpSpPr>
        <p:sp>
          <p:nvSpPr>
            <p:cNvPr id="7" name="Oval 5">
              <a:extLst>
                <a:ext uri="{FF2B5EF4-FFF2-40B4-BE49-F238E27FC236}">
                  <a16:creationId xmlns:a16="http://schemas.microsoft.com/office/drawing/2014/main" id="{EE7B38C1-A893-1DAE-E96C-4ED047FED776}"/>
                </a:ext>
              </a:extLst>
            </p:cNvPr>
            <p:cNvSpPr>
              <a:spLocks noChangeArrowheads="1"/>
            </p:cNvSpPr>
            <p:nvPr userDrawn="1"/>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ndParaRPr>
            </a:p>
          </p:txBody>
        </p:sp>
        <p:sp>
          <p:nvSpPr>
            <p:cNvPr id="8" name="Freeform 6">
              <a:extLst>
                <a:ext uri="{FF2B5EF4-FFF2-40B4-BE49-F238E27FC236}">
                  <a16:creationId xmlns:a16="http://schemas.microsoft.com/office/drawing/2014/main" id="{17C5B6D8-53B5-3428-301E-7E5730976511}"/>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ndParaRPr>
            </a:p>
          </p:txBody>
        </p:sp>
        <p:sp>
          <p:nvSpPr>
            <p:cNvPr id="9" name="Rectangle 7">
              <a:extLst>
                <a:ext uri="{FF2B5EF4-FFF2-40B4-BE49-F238E27FC236}">
                  <a16:creationId xmlns:a16="http://schemas.microsoft.com/office/drawing/2014/main" id="{70273A08-49C4-E7C7-B54F-2E1C46CCC978}"/>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ndParaRPr>
            </a:p>
          </p:txBody>
        </p:sp>
        <p:sp>
          <p:nvSpPr>
            <p:cNvPr id="10" name="Freeform 8">
              <a:extLst>
                <a:ext uri="{FF2B5EF4-FFF2-40B4-BE49-F238E27FC236}">
                  <a16:creationId xmlns:a16="http://schemas.microsoft.com/office/drawing/2014/main" id="{64776E80-1536-3366-2C16-67B0E5FFEF0D}"/>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ndParaRPr>
            </a:p>
          </p:txBody>
        </p:sp>
        <p:sp>
          <p:nvSpPr>
            <p:cNvPr id="11" name="Rectangle 9">
              <a:extLst>
                <a:ext uri="{FF2B5EF4-FFF2-40B4-BE49-F238E27FC236}">
                  <a16:creationId xmlns:a16="http://schemas.microsoft.com/office/drawing/2014/main" id="{5AD84696-4A67-BAA5-C797-79281F62278F}"/>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ndParaRPr>
            </a:p>
          </p:txBody>
        </p:sp>
        <p:sp>
          <p:nvSpPr>
            <p:cNvPr id="12" name="Rectangle 10">
              <a:extLst>
                <a:ext uri="{FF2B5EF4-FFF2-40B4-BE49-F238E27FC236}">
                  <a16:creationId xmlns:a16="http://schemas.microsoft.com/office/drawing/2014/main" id="{72FAFC5A-3B57-9202-E8DB-037DA8725F93}"/>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ndParaRPr>
            </a:p>
          </p:txBody>
        </p:sp>
        <p:sp>
          <p:nvSpPr>
            <p:cNvPr id="13" name="Freeform 11">
              <a:extLst>
                <a:ext uri="{FF2B5EF4-FFF2-40B4-BE49-F238E27FC236}">
                  <a16:creationId xmlns:a16="http://schemas.microsoft.com/office/drawing/2014/main" id="{B10DD06F-14D0-C9AD-74FE-F5E0D5B2EE86}"/>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ndParaRPr>
            </a:p>
          </p:txBody>
        </p:sp>
        <p:sp>
          <p:nvSpPr>
            <p:cNvPr id="14" name="Freeform 12">
              <a:extLst>
                <a:ext uri="{FF2B5EF4-FFF2-40B4-BE49-F238E27FC236}">
                  <a16:creationId xmlns:a16="http://schemas.microsoft.com/office/drawing/2014/main" id="{8FB92EA7-BB9A-2929-64C0-E5CFA736A778}"/>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ndParaRPr>
            </a:p>
          </p:txBody>
        </p:sp>
        <p:sp>
          <p:nvSpPr>
            <p:cNvPr id="15" name="Freeform 13">
              <a:extLst>
                <a:ext uri="{FF2B5EF4-FFF2-40B4-BE49-F238E27FC236}">
                  <a16:creationId xmlns:a16="http://schemas.microsoft.com/office/drawing/2014/main" id="{B6559E73-1CBA-614F-E1E5-951FEEA18E12}"/>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ndParaRPr>
            </a:p>
          </p:txBody>
        </p:sp>
        <p:sp>
          <p:nvSpPr>
            <p:cNvPr id="16" name="Freeform 14">
              <a:extLst>
                <a:ext uri="{FF2B5EF4-FFF2-40B4-BE49-F238E27FC236}">
                  <a16:creationId xmlns:a16="http://schemas.microsoft.com/office/drawing/2014/main" id="{0BB23A36-655D-2452-7E54-B0E436C94EA4}"/>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ndParaRPr>
            </a:p>
          </p:txBody>
        </p:sp>
      </p:grpSp>
    </p:spTree>
    <p:extLst>
      <p:ext uri="{BB962C8B-B14F-4D97-AF65-F5344CB8AC3E}">
        <p14:creationId xmlns:p14="http://schemas.microsoft.com/office/powerpoint/2010/main" val="2530300446"/>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itle, subtitle, 1 column ">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F85DDA7-785E-780B-BC9A-4216E2C1F393}"/>
              </a:ext>
            </a:extLst>
          </p:cNvPr>
          <p:cNvGraphicFramePr>
            <a:graphicFrameLocks noChangeAspect="1"/>
          </p:cNvGraphicFramePr>
          <p:nvPr userDrawn="1">
            <p:custDataLst>
              <p:tags r:id="rId1"/>
            </p:custDataLst>
            <p:extLst>
              <p:ext uri="{D42A27DB-BD31-4B8C-83A1-F6EECF244321}">
                <p14:modId xmlns:p14="http://schemas.microsoft.com/office/powerpoint/2010/main" val="38184765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CF85DDA7-785E-780B-BC9A-4216E2C1F3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itle Placeholder 1">
            <a:extLst>
              <a:ext uri="{FF2B5EF4-FFF2-40B4-BE49-F238E27FC236}">
                <a16:creationId xmlns:a16="http://schemas.microsoft.com/office/drawing/2014/main" id="{06929E50-6BC7-6A16-7F97-75FA3937A2C8}"/>
              </a:ext>
            </a:extLst>
          </p:cNvPr>
          <p:cNvSpPr>
            <a:spLocks noGrp="1"/>
          </p:cNvSpPr>
          <p:nvPr>
            <p:ph type="title" hasCustomPrompt="1"/>
          </p:nvPr>
        </p:nvSpPr>
        <p:spPr>
          <a:xfrm>
            <a:off x="450000" y="345992"/>
            <a:ext cx="10440000" cy="342000"/>
          </a:xfrm>
          <a:prstGeom prst="rect">
            <a:avLst/>
          </a:prstGeom>
        </p:spPr>
        <p:txBody>
          <a:bodyPr vert="horz" lIns="0" tIns="0" rIns="0" bIns="0" rtlCol="0" anchor="t" anchorCtr="0">
            <a:noAutofit/>
          </a:bodyPr>
          <a:lstStyle>
            <a:lvl1pPr>
              <a:spcBef>
                <a:spcPts val="0"/>
              </a:spcBef>
              <a:spcAft>
                <a:spcPts val="0"/>
              </a:spcAft>
              <a:defRPr sz="2400">
                <a:latin typeface="+mj-lt"/>
              </a:defRPr>
            </a:lvl1pPr>
          </a:lstStyle>
          <a:p>
            <a:r>
              <a:rPr lang="en-US"/>
              <a:t>Click to add title</a:t>
            </a:r>
          </a:p>
        </p:txBody>
      </p:sp>
      <p:sp>
        <p:nvSpPr>
          <p:cNvPr id="6" name="Text Placeholder 18">
            <a:extLst>
              <a:ext uri="{FF2B5EF4-FFF2-40B4-BE49-F238E27FC236}">
                <a16:creationId xmlns:a16="http://schemas.microsoft.com/office/drawing/2014/main" id="{7A91D16B-BB64-A40E-E0AF-EBC7EE7F2F08}"/>
              </a:ext>
            </a:extLst>
          </p:cNvPr>
          <p:cNvSpPr>
            <a:spLocks noGrp="1"/>
          </p:cNvSpPr>
          <p:nvPr>
            <p:ph idx="1"/>
          </p:nvPr>
        </p:nvSpPr>
        <p:spPr>
          <a:xfrm>
            <a:off x="450000" y="1714499"/>
            <a:ext cx="11304000" cy="4644000"/>
          </a:xfrm>
          <a:prstGeom prst="rect">
            <a:avLst/>
          </a:prstGeom>
        </p:spPr>
        <p:txBody>
          <a:bodyPr vert="horz" lIns="0" tIns="0" rIns="0" bIns="0" rtlCol="0">
            <a:noAutofit/>
          </a:bodyPr>
          <a:lstStyle>
            <a:lvl1pPr>
              <a:spcBef>
                <a:spcPts val="200"/>
              </a:spcBef>
              <a:spcAft>
                <a:spcPts val="200"/>
              </a:spcAft>
              <a:defRPr/>
            </a:lvl1pPr>
            <a:lvl2pPr>
              <a:spcBef>
                <a:spcPts val="200"/>
              </a:spcBef>
              <a:spcAft>
                <a:spcPts val="200"/>
              </a:spcAft>
              <a:defRPr/>
            </a:lvl2pPr>
            <a:lvl3pPr>
              <a:spcBef>
                <a:spcPts val="200"/>
              </a:spcBef>
              <a:spcAft>
                <a:spcPts val="200"/>
              </a:spcAft>
              <a:defRPr/>
            </a:lvl3pPr>
            <a:lvl4pPr>
              <a:spcBef>
                <a:spcPts val="200"/>
              </a:spcBef>
              <a:spcAft>
                <a:spcPts val="200"/>
              </a:spcAft>
              <a:defRPr/>
            </a:lvl4pPr>
            <a:lvl5pPr>
              <a:spcBef>
                <a:spcPts val="200"/>
              </a:spcBef>
              <a:spcAft>
                <a:spcPts val="200"/>
              </a:spcAft>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grpSp>
        <p:nvGrpSpPr>
          <p:cNvPr id="7" name="Group 6">
            <a:extLst>
              <a:ext uri="{FF2B5EF4-FFF2-40B4-BE49-F238E27FC236}">
                <a16:creationId xmlns:a16="http://schemas.microsoft.com/office/drawing/2014/main" id="{C1A84AF3-8429-43C3-A2C3-ED6F8634E576}"/>
              </a:ext>
            </a:extLst>
          </p:cNvPr>
          <p:cNvGrpSpPr>
            <a:grpSpLocks noChangeAspect="1"/>
          </p:cNvGrpSpPr>
          <p:nvPr userDrawn="1"/>
        </p:nvGrpSpPr>
        <p:grpSpPr>
          <a:xfrm>
            <a:off x="10668829" y="6430297"/>
            <a:ext cx="1301957" cy="247513"/>
            <a:chOff x="398463" y="404813"/>
            <a:chExt cx="1627187" cy="307976"/>
          </a:xfrm>
          <a:solidFill>
            <a:sysClr val="windowText" lastClr="000000"/>
          </a:solidFill>
        </p:grpSpPr>
        <p:sp>
          <p:nvSpPr>
            <p:cNvPr id="8" name="Oval 5">
              <a:extLst>
                <a:ext uri="{FF2B5EF4-FFF2-40B4-BE49-F238E27FC236}">
                  <a16:creationId xmlns:a16="http://schemas.microsoft.com/office/drawing/2014/main" id="{4BF6FE51-DB23-C3FE-E5D1-77C9298CFB04}"/>
                </a:ext>
              </a:extLst>
            </p:cNvPr>
            <p:cNvSpPr>
              <a:spLocks noChangeArrowheads="1"/>
            </p:cNvSpPr>
            <p:nvPr userDrawn="1"/>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ndParaRPr>
            </a:p>
          </p:txBody>
        </p:sp>
        <p:sp>
          <p:nvSpPr>
            <p:cNvPr id="9" name="Freeform 6">
              <a:extLst>
                <a:ext uri="{FF2B5EF4-FFF2-40B4-BE49-F238E27FC236}">
                  <a16:creationId xmlns:a16="http://schemas.microsoft.com/office/drawing/2014/main" id="{6CEF7049-9A99-6B15-3337-032F8DA41423}"/>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ndParaRPr>
            </a:p>
          </p:txBody>
        </p:sp>
        <p:sp>
          <p:nvSpPr>
            <p:cNvPr id="10" name="Rectangle 7">
              <a:extLst>
                <a:ext uri="{FF2B5EF4-FFF2-40B4-BE49-F238E27FC236}">
                  <a16:creationId xmlns:a16="http://schemas.microsoft.com/office/drawing/2014/main" id="{B07037D0-E86E-A4E0-BDB6-AABBA89121EE}"/>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ndParaRPr>
            </a:p>
          </p:txBody>
        </p:sp>
        <p:sp>
          <p:nvSpPr>
            <p:cNvPr id="11" name="Freeform 8">
              <a:extLst>
                <a:ext uri="{FF2B5EF4-FFF2-40B4-BE49-F238E27FC236}">
                  <a16:creationId xmlns:a16="http://schemas.microsoft.com/office/drawing/2014/main" id="{E4A30450-667B-A34B-DBFC-4C975E8CCECC}"/>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ndParaRPr>
            </a:p>
          </p:txBody>
        </p:sp>
        <p:sp>
          <p:nvSpPr>
            <p:cNvPr id="12" name="Rectangle 9">
              <a:extLst>
                <a:ext uri="{FF2B5EF4-FFF2-40B4-BE49-F238E27FC236}">
                  <a16:creationId xmlns:a16="http://schemas.microsoft.com/office/drawing/2014/main" id="{225DEB44-5A74-F833-7781-1CFFE4453D7B}"/>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ndParaRPr>
            </a:p>
          </p:txBody>
        </p:sp>
        <p:sp>
          <p:nvSpPr>
            <p:cNvPr id="13" name="Rectangle 10">
              <a:extLst>
                <a:ext uri="{FF2B5EF4-FFF2-40B4-BE49-F238E27FC236}">
                  <a16:creationId xmlns:a16="http://schemas.microsoft.com/office/drawing/2014/main" id="{05E2E19B-9397-C7F7-BAC3-6597FE653055}"/>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ndParaRPr>
            </a:p>
          </p:txBody>
        </p:sp>
        <p:sp>
          <p:nvSpPr>
            <p:cNvPr id="14" name="Freeform 11">
              <a:extLst>
                <a:ext uri="{FF2B5EF4-FFF2-40B4-BE49-F238E27FC236}">
                  <a16:creationId xmlns:a16="http://schemas.microsoft.com/office/drawing/2014/main" id="{42272C13-8081-11AB-ED43-105FF707B327}"/>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ndParaRPr>
            </a:p>
          </p:txBody>
        </p:sp>
        <p:sp>
          <p:nvSpPr>
            <p:cNvPr id="15" name="Freeform 12">
              <a:extLst>
                <a:ext uri="{FF2B5EF4-FFF2-40B4-BE49-F238E27FC236}">
                  <a16:creationId xmlns:a16="http://schemas.microsoft.com/office/drawing/2014/main" id="{02AE0406-31AF-B315-683A-59037159AD86}"/>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ndParaRPr>
            </a:p>
          </p:txBody>
        </p:sp>
        <p:sp>
          <p:nvSpPr>
            <p:cNvPr id="16" name="Freeform 13">
              <a:extLst>
                <a:ext uri="{FF2B5EF4-FFF2-40B4-BE49-F238E27FC236}">
                  <a16:creationId xmlns:a16="http://schemas.microsoft.com/office/drawing/2014/main" id="{CF9C9F0E-ED94-F7E5-EC78-44B21A67D725}"/>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ndParaRPr>
            </a:p>
          </p:txBody>
        </p:sp>
        <p:sp>
          <p:nvSpPr>
            <p:cNvPr id="17" name="Freeform 14">
              <a:extLst>
                <a:ext uri="{FF2B5EF4-FFF2-40B4-BE49-F238E27FC236}">
                  <a16:creationId xmlns:a16="http://schemas.microsoft.com/office/drawing/2014/main" id="{A66E6523-0DB7-F449-0A56-97278DEB3EC1}"/>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ndParaRPr>
            </a:p>
          </p:txBody>
        </p:sp>
      </p:grpSp>
      <p:sp>
        <p:nvSpPr>
          <p:cNvPr id="18" name="Text Placeholder 8">
            <a:extLst>
              <a:ext uri="{FF2B5EF4-FFF2-40B4-BE49-F238E27FC236}">
                <a16:creationId xmlns:a16="http://schemas.microsoft.com/office/drawing/2014/main" id="{C6A3E9C4-BD96-9C07-7418-F0B256DF0CC8}"/>
              </a:ext>
            </a:extLst>
          </p:cNvPr>
          <p:cNvSpPr>
            <a:spLocks noGrp="1"/>
          </p:cNvSpPr>
          <p:nvPr>
            <p:ph type="body" sz="quarter" idx="13" hasCustomPrompt="1"/>
          </p:nvPr>
        </p:nvSpPr>
        <p:spPr>
          <a:xfrm>
            <a:off x="450000" y="684000"/>
            <a:ext cx="10440000" cy="340136"/>
          </a:xfrm>
          <a:prstGeom prst="rect">
            <a:avLst/>
          </a:prstGeom>
        </p:spPr>
        <p:txBody>
          <a:bodyPr lIns="0" tIns="0" rIns="0" bIns="0" anchor="t" anchorCtr="0">
            <a:noAutofit/>
          </a:bodyPr>
          <a:lstStyle>
            <a:lvl1pPr marL="0" indent="0">
              <a:spcBef>
                <a:spcPts val="0"/>
              </a:spcBef>
              <a:spcAft>
                <a:spcPts val="0"/>
              </a:spcAft>
              <a:buNone/>
              <a:defRPr sz="1400" b="0">
                <a:solidFill>
                  <a:schemeClr val="tx2"/>
                </a:solidFill>
              </a:defRPr>
            </a:lvl1pPr>
          </a:lstStyle>
          <a:p>
            <a:pPr lvl="0"/>
            <a:r>
              <a:rPr lang="en-US"/>
              <a:t>Click to add subtitle</a:t>
            </a:r>
          </a:p>
        </p:txBody>
      </p:sp>
    </p:spTree>
    <p:extLst>
      <p:ext uri="{BB962C8B-B14F-4D97-AF65-F5344CB8AC3E}">
        <p14:creationId xmlns:p14="http://schemas.microsoft.com/office/powerpoint/2010/main" val="1010946718"/>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userDrawn="1">
  <p:cSld name="1_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0"/>
            <a:ext cx="10541000"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0"/>
            <a:ext cx="10541000" cy="1566532"/>
          </a:xfrm>
        </p:spPr>
        <p:txBody>
          <a:bodyPr lIns="0" tIns="0" rIns="0" bIns="0">
            <a:noAutofit/>
          </a:bodyPr>
          <a:lstStyle>
            <a:lvl1pPr marL="0" indent="0">
              <a:lnSpc>
                <a:spcPct val="95000"/>
              </a:lnSpc>
              <a:spcAft>
                <a:spcPts val="0"/>
              </a:spcAft>
              <a:buNone/>
              <a:defRPr sz="385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Click to edit Master text styles</a:t>
            </a:r>
          </a:p>
        </p:txBody>
      </p:sp>
      <p:sp>
        <p:nvSpPr>
          <p:cNvPr id="11" name="TextBox 10"/>
          <p:cNvSpPr txBox="1"/>
          <p:nvPr userDrawn="1"/>
        </p:nvSpPr>
        <p:spPr>
          <a:xfrm>
            <a:off x="11382377" y="6477001"/>
            <a:ext cx="307975" cy="100027"/>
          </a:xfrm>
          <a:prstGeom prst="rect">
            <a:avLst/>
          </a:prstGeom>
          <a:noFill/>
        </p:spPr>
        <p:txBody>
          <a:bodyPr wrap="square" lIns="0" tIns="0" rIns="0" bIns="0" rtlCol="0">
            <a:no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245568581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DC2051-AD6C-67A5-F0D3-05619AFA66BA}"/>
              </a:ext>
            </a:extLst>
          </p:cNvPr>
          <p:cNvSpPr>
            <a:spLocks noGrp="1"/>
          </p:cNvSpPr>
          <p:nvPr>
            <p:ph idx="1" hasCustomPrompt="1"/>
          </p:nvPr>
        </p:nvSpPr>
        <p:spPr>
          <a:xfrm>
            <a:off x="838200" y="1408767"/>
            <a:ext cx="10515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02BD7080-167D-75DC-AF13-461D41AD7C30}"/>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b="-4928"/>
          <a:stretch/>
        </p:blipFill>
        <p:spPr>
          <a:xfrm rot="5400000">
            <a:off x="6031669" y="5952447"/>
            <a:ext cx="858043" cy="1271698"/>
          </a:xfrm>
          <a:prstGeom prst="rect">
            <a:avLst/>
          </a:prstGeom>
        </p:spPr>
      </p:pic>
      <p:pic>
        <p:nvPicPr>
          <p:cNvPr id="4" name="Picture 3">
            <a:extLst>
              <a:ext uri="{FF2B5EF4-FFF2-40B4-BE49-F238E27FC236}">
                <a16:creationId xmlns:a16="http://schemas.microsoft.com/office/drawing/2014/main" id="{F6C5AA1F-F3DB-F78C-B4AA-50D0CFE99D6D}"/>
              </a:ext>
            </a:extLst>
          </p:cNvPr>
          <p:cNvPicPr>
            <a:picLocks noChangeAspect="1"/>
          </p:cNvPicPr>
          <p:nvPr/>
        </p:nvPicPr>
        <p:blipFill>
          <a:blip r:embed="rId3"/>
          <a:stretch>
            <a:fillRect/>
          </a:stretch>
        </p:blipFill>
        <p:spPr>
          <a:xfrm>
            <a:off x="10887286" y="5760105"/>
            <a:ext cx="476453" cy="476453"/>
          </a:xfrm>
          <a:prstGeom prst="rect">
            <a:avLst/>
          </a:prstGeom>
        </p:spPr>
      </p:pic>
      <p:sp>
        <p:nvSpPr>
          <p:cNvPr id="6" name="Title 1">
            <a:extLst>
              <a:ext uri="{FF2B5EF4-FFF2-40B4-BE49-F238E27FC236}">
                <a16:creationId xmlns:a16="http://schemas.microsoft.com/office/drawing/2014/main" id="{3C9B4C8F-129E-B42F-4F02-9B7E1E5D470D}"/>
              </a:ext>
            </a:extLst>
          </p:cNvPr>
          <p:cNvSpPr>
            <a:spLocks noGrp="1"/>
          </p:cNvSpPr>
          <p:nvPr>
            <p:ph type="title" hasCustomPrompt="1"/>
          </p:nvPr>
        </p:nvSpPr>
        <p:spPr>
          <a:xfrm>
            <a:off x="838199" y="365125"/>
            <a:ext cx="10525539" cy="884325"/>
          </a:xfrm>
        </p:spPr>
        <p:txBody>
          <a:bodyPr/>
          <a:lstStyle/>
          <a:p>
            <a:r>
              <a:rPr lang="en-US"/>
              <a:t>CLICK TO EDIT MASTER TITLE STYLE</a:t>
            </a:r>
          </a:p>
        </p:txBody>
      </p:sp>
    </p:spTree>
    <p:extLst>
      <p:ext uri="{BB962C8B-B14F-4D97-AF65-F5344CB8AC3E}">
        <p14:creationId xmlns:p14="http://schemas.microsoft.com/office/powerpoint/2010/main" val="3525774106"/>
      </p:ext>
    </p:extLst>
  </p:cSld>
  <p:clrMapOvr>
    <a:masterClrMapping/>
  </p:clrMapOvr>
  <p:hf hdr="0" dt="0"/>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9B89C-A186-32F9-BF3D-FABF79275298}"/>
              </a:ext>
            </a:extLst>
          </p:cNvPr>
          <p:cNvSpPr>
            <a:spLocks noGrp="1"/>
          </p:cNvSpPr>
          <p:nvPr>
            <p:ph type="title" hasCustomPrompt="1"/>
          </p:nvPr>
        </p:nvSpPr>
        <p:spPr/>
        <p:txBody>
          <a:bodyPr/>
          <a:lstStyle/>
          <a:p>
            <a:r>
              <a:rPr lang="en-US"/>
              <a:t>CLICK TO EDIT MASTER TITLE STYLE</a:t>
            </a:r>
          </a:p>
        </p:txBody>
      </p:sp>
      <p:pic>
        <p:nvPicPr>
          <p:cNvPr id="3" name="Picture 2">
            <a:extLst>
              <a:ext uri="{FF2B5EF4-FFF2-40B4-BE49-F238E27FC236}">
                <a16:creationId xmlns:a16="http://schemas.microsoft.com/office/drawing/2014/main" id="{4FA14416-E33B-9BB4-E146-DCBF8C1559BC}"/>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1477833"/>
            <a:ext cx="1990166" cy="5783579"/>
          </a:xfrm>
          <a:prstGeom prst="rect">
            <a:avLst/>
          </a:prstGeom>
        </p:spPr>
      </p:pic>
      <p:sp>
        <p:nvSpPr>
          <p:cNvPr id="6" name="Content Placeholder 2">
            <a:extLst>
              <a:ext uri="{FF2B5EF4-FFF2-40B4-BE49-F238E27FC236}">
                <a16:creationId xmlns:a16="http://schemas.microsoft.com/office/drawing/2014/main" id="{1CC1E8A4-BC49-DB9C-C3D3-FCDC31DDE1FB}"/>
              </a:ext>
            </a:extLst>
          </p:cNvPr>
          <p:cNvSpPr>
            <a:spLocks noGrp="1"/>
          </p:cNvSpPr>
          <p:nvPr>
            <p:ph idx="1" hasCustomPrompt="1"/>
          </p:nvPr>
        </p:nvSpPr>
        <p:spPr>
          <a:xfrm>
            <a:off x="838200" y="2017210"/>
            <a:ext cx="10515600" cy="43513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9661070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41" name="Picture Placeholder 8">
            <a:extLst>
              <a:ext uri="{FF2B5EF4-FFF2-40B4-BE49-F238E27FC236}">
                <a16:creationId xmlns:a16="http://schemas.microsoft.com/office/drawing/2014/main" id="{AC175F74-77C8-4969-BBF5-920619ED7628}"/>
              </a:ext>
            </a:extLst>
          </p:cNvPr>
          <p:cNvSpPr>
            <a:spLocks noGrp="1"/>
          </p:cNvSpPr>
          <p:nvPr>
            <p:ph type="pic" sz="quarter" idx="11"/>
          </p:nvPr>
        </p:nvSpPr>
        <p:spPr>
          <a:xfrm>
            <a:off x="3393716" y="727595"/>
            <a:ext cx="5400000" cy="5400000"/>
          </a:xfrm>
          <a:prstGeom prst="rect">
            <a:avLst/>
          </a:prstGeom>
        </p:spPr>
        <p:txBody>
          <a:bodyPr/>
          <a:lstStyle>
            <a:lvl1pPr>
              <a:defRPr/>
            </a:lvl1pPr>
          </a:lstStyle>
          <a:p>
            <a:r>
              <a:rPr lang="en-GB" noProof="0"/>
              <a:t>Click icon to add picture</a:t>
            </a:r>
            <a:endParaRPr lang="en-GB"/>
          </a:p>
        </p:txBody>
      </p:sp>
      <p:sp>
        <p:nvSpPr>
          <p:cNvPr id="42" name="Title 1">
            <a:extLst>
              <a:ext uri="{FF2B5EF4-FFF2-40B4-BE49-F238E27FC236}">
                <a16:creationId xmlns:a16="http://schemas.microsoft.com/office/drawing/2014/main" id="{B345DB50-CB94-4421-9E14-33DABF973475}"/>
              </a:ext>
            </a:extLst>
          </p:cNvPr>
          <p:cNvSpPr>
            <a:spLocks noGrp="1"/>
          </p:cNvSpPr>
          <p:nvPr>
            <p:ph type="ctrTitle"/>
          </p:nvPr>
        </p:nvSpPr>
        <p:spPr bwMode="gray">
          <a:xfrm>
            <a:off x="275619" y="4377599"/>
            <a:ext cx="4446269" cy="1674000"/>
          </a:xfrm>
        </p:spPr>
        <p:txBody>
          <a:bodyPr anchor="t" anchorCtr="0">
            <a:noAutofit/>
          </a:bodyPr>
          <a:lstStyle>
            <a:lvl1pPr algn="l">
              <a:lnSpc>
                <a:spcPct val="100000"/>
              </a:lnSpc>
              <a:defRPr sz="2800" b="0">
                <a:solidFill>
                  <a:schemeClr val="accent1"/>
                </a:solidFill>
                <a:latin typeface="+mn-lt"/>
                <a:ea typeface="Open Sans" panose="020B0606030504020204" pitchFamily="34" charset="0"/>
                <a:cs typeface="Calibri" panose="020F0502020204030204" pitchFamily="34" charset="0"/>
              </a:defRPr>
            </a:lvl1pPr>
          </a:lstStyle>
          <a:p>
            <a:r>
              <a:rPr lang="en-GB" noProof="0"/>
              <a:t>Click to edit Master title style</a:t>
            </a:r>
            <a:endParaRPr lang="en-GB"/>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275619" y="6155777"/>
            <a:ext cx="4446269" cy="471053"/>
          </a:xfrm>
          <a:prstGeom prst="rect">
            <a:avLst/>
          </a:prstGeom>
        </p:spPr>
        <p:txBody>
          <a:bodyPr>
            <a:noAutofit/>
          </a:bodyPr>
          <a:lstStyle>
            <a:lvl1pPr>
              <a:spcAft>
                <a:spcPts val="0"/>
              </a:spcAft>
              <a:defRPr sz="1400">
                <a:solidFill>
                  <a:schemeClr val="tx1"/>
                </a:solidFill>
                <a:latin typeface="+mj-lt"/>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noProof="0"/>
              <a:t>Click to edit Master text styles</a:t>
            </a:r>
            <a:endParaRPr lang="en-GB"/>
          </a:p>
        </p:txBody>
      </p:sp>
      <p:pic>
        <p:nvPicPr>
          <p:cNvPr id="1279139154" name="Rectangle 1" descr="{&quot;templafy&quot;:{&quot;id&quot;:&quot;baa7d377-9da8-4c96-8eaf-5171ac1bdbfd&quot;}}"/>
          <p:cNvPicPr>
            <a:picLocks noChangeAspect="1"/>
          </p:cNvPicPr>
          <p:nvPr/>
        </p:nvPicPr>
        <p:blipFill>
          <a:blip r:embed="rId2"/>
          <a:stretch>
            <a:fillRect/>
          </a:stretch>
        </p:blipFill>
        <p:spPr>
          <a:xfrm>
            <a:off x="469900" y="457200"/>
            <a:ext cx="2286000" cy="726344"/>
          </a:xfrm>
          <a:prstGeom prst="rect">
            <a:avLst/>
          </a:prstGeom>
        </p:spPr>
      </p:pic>
    </p:spTree>
    <p:extLst>
      <p:ext uri="{BB962C8B-B14F-4D97-AF65-F5344CB8AC3E}">
        <p14:creationId xmlns:p14="http://schemas.microsoft.com/office/powerpoint/2010/main" val="703019265"/>
      </p:ext>
    </p:extLst>
  </p:cSld>
  <p:clrMapOvr>
    <a:masterClrMapping/>
  </p:clrMapOvr>
  <p:transition>
    <p:fade/>
  </p:transition>
  <p:hf hdr="0" dt="0"/>
  <p:extLst>
    <p:ext uri="{DCECCB84-F9BA-43D5-87BE-67443E8EF086}">
      <p15:sldGuideLst xmlns:p15="http://schemas.microsoft.com/office/powerpoint/2012/main">
        <p15:guide id="1" orient="horz" pos="4088">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1_Title Slide - fullbleed">
    <p:bg bwMode="gray">
      <p:bgPr>
        <a:solidFill>
          <a:schemeClr val="tx1"/>
        </a:solidFill>
        <a:effectLst/>
      </p:bgPr>
    </p:bg>
    <p:spTree>
      <p:nvGrpSpPr>
        <p:cNvPr id="1" name=""/>
        <p:cNvGrpSpPr/>
        <p:nvPr/>
      </p:nvGrpSpPr>
      <p:grpSpPr>
        <a:xfrm>
          <a:off x="0" y="0"/>
          <a:ext cx="0" cy="0"/>
          <a:chOff x="0" y="0"/>
          <a:chExt cx="0" cy="0"/>
        </a:xfrm>
      </p:grpSpPr>
      <p:pic>
        <p:nvPicPr>
          <p:cNvPr id="7" name="Picture Placeholder 5">
            <a:extLst>
              <a:ext uri="{FF2B5EF4-FFF2-40B4-BE49-F238E27FC236}">
                <a16:creationId xmlns:a16="http://schemas.microsoft.com/office/drawing/2014/main" id="{82DE93FF-A71F-43E7-9ABE-80BFBAA5F412}"/>
              </a:ext>
            </a:extLst>
          </p:cNvPr>
          <p:cNvPicPr>
            <a:picLocks noChangeAspect="1"/>
          </p:cNvPicPr>
          <p:nvPr userDrawn="1"/>
        </p:nvPicPr>
        <p:blipFill rotWithShape="1">
          <a:blip r:embed="rId2"/>
          <a:srcRect t="2573" b="1131"/>
          <a:stretch/>
        </p:blipFill>
        <p:spPr>
          <a:xfrm>
            <a:off x="0" y="0"/>
            <a:ext cx="12277725" cy="6858000"/>
          </a:xfrm>
          <a:prstGeom prst="rect">
            <a:avLst/>
          </a:prstGeom>
        </p:spPr>
      </p:pic>
      <p:sp>
        <p:nvSpPr>
          <p:cNvPr id="11" name="Title 1">
            <a:extLst>
              <a:ext uri="{FF2B5EF4-FFF2-40B4-BE49-F238E27FC236}">
                <a16:creationId xmlns:a16="http://schemas.microsoft.com/office/drawing/2014/main" id="{3D58A633-0021-4DAD-A2DA-9541178354B2}"/>
              </a:ext>
            </a:extLst>
          </p:cNvPr>
          <p:cNvSpPr>
            <a:spLocks noGrp="1"/>
          </p:cNvSpPr>
          <p:nvPr>
            <p:ph type="ctrTitle"/>
          </p:nvPr>
        </p:nvSpPr>
        <p:spPr bwMode="gray">
          <a:xfrm>
            <a:off x="275619" y="4377600"/>
            <a:ext cx="4446269" cy="1674000"/>
          </a:xfrm>
        </p:spPr>
        <p:txBody>
          <a:bodyPr anchor="t" anchorCtr="0">
            <a:noAutofit/>
          </a:bodyPr>
          <a:lstStyle>
            <a:lvl1pPr algn="l">
              <a:lnSpc>
                <a:spcPct val="100000"/>
              </a:lnSpc>
              <a:defRPr sz="2800" b="0">
                <a:solidFill>
                  <a:schemeClr val="accent1"/>
                </a:solidFill>
                <a:latin typeface="+mn-lt"/>
                <a:ea typeface="Open Sans" panose="020B0606030504020204" pitchFamily="34" charset="0"/>
                <a:cs typeface="Calibri" panose="020F0502020204030204" pitchFamily="34" charset="0"/>
              </a:defRPr>
            </a:lvl1pPr>
          </a:lstStyle>
          <a:p>
            <a:r>
              <a:rPr lang="en-GB" noProof="0"/>
              <a:t>Click to edit Master title style</a:t>
            </a:r>
            <a:endParaRPr lang="en-GB"/>
          </a:p>
        </p:txBody>
      </p:sp>
      <p:sp>
        <p:nvSpPr>
          <p:cNvPr id="12" name="Text Placeholder 4">
            <a:extLst>
              <a:ext uri="{FF2B5EF4-FFF2-40B4-BE49-F238E27FC236}">
                <a16:creationId xmlns:a16="http://schemas.microsoft.com/office/drawing/2014/main" id="{9195BCDD-2392-4CBF-8800-59C2AF64B3CA}"/>
              </a:ext>
            </a:extLst>
          </p:cNvPr>
          <p:cNvSpPr>
            <a:spLocks noGrp="1"/>
          </p:cNvSpPr>
          <p:nvPr>
            <p:ph type="body" sz="quarter" idx="10"/>
          </p:nvPr>
        </p:nvSpPr>
        <p:spPr>
          <a:xfrm>
            <a:off x="275619" y="6155777"/>
            <a:ext cx="4446269" cy="471053"/>
          </a:xfrm>
          <a:prstGeom prst="rect">
            <a:avLst/>
          </a:prstGeom>
        </p:spPr>
        <p:txBody>
          <a:bodyPr>
            <a:noAutofit/>
          </a:bodyPr>
          <a:lstStyle>
            <a:lvl1pPr>
              <a:spcAft>
                <a:spcPts val="0"/>
              </a:spcAft>
              <a:defRPr sz="1400">
                <a:solidFill>
                  <a:schemeClr val="bg1"/>
                </a:solidFill>
                <a:latin typeface="+mj-lt"/>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noProof="0"/>
              <a:t>Click to edit Master text styles</a:t>
            </a:r>
            <a:endParaRPr lang="en-GB"/>
          </a:p>
        </p:txBody>
      </p:sp>
      <p:pic>
        <p:nvPicPr>
          <p:cNvPr id="736537456" name="Rectangle 1" descr="{&quot;templafy&quot;:{&quot;id&quot;:&quot;27ea576f-58a4-4a59-bbbd-5d34e23bb190&quot;}}"/>
          <p:cNvPicPr>
            <a:picLocks noChangeAspect="1"/>
          </p:cNvPicPr>
          <p:nvPr/>
        </p:nvPicPr>
        <p:blipFill>
          <a:blip r:embed="rId3"/>
          <a:stretch>
            <a:fillRect/>
          </a:stretch>
        </p:blipFill>
        <p:spPr>
          <a:xfrm>
            <a:off x="469900" y="457200"/>
            <a:ext cx="2286000" cy="727442"/>
          </a:xfrm>
          <a:prstGeom prst="rect">
            <a:avLst/>
          </a:prstGeom>
        </p:spPr>
      </p:pic>
    </p:spTree>
    <p:extLst>
      <p:ext uri="{BB962C8B-B14F-4D97-AF65-F5344CB8AC3E}">
        <p14:creationId xmlns:p14="http://schemas.microsoft.com/office/powerpoint/2010/main" val="590341168"/>
      </p:ext>
    </p:extLst>
  </p:cSld>
  <p:clrMapOvr>
    <a:masterClrMapping/>
  </p:clrMapOvr>
  <p:transition>
    <p:fade/>
  </p:transition>
  <p:hf hdr="0" dt="0"/>
  <p:extLst>
    <p:ext uri="{DCECCB84-F9BA-43D5-87BE-67443E8EF086}">
      <p15:sldGuideLst xmlns:p15="http://schemas.microsoft.com/office/powerpoint/2012/main">
        <p15:guide id="1" orient="horz" pos="4088">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Title, subtitle &amp; 1 column text_black">
    <p:bg>
      <p:bgPr>
        <a:solidFill>
          <a:schemeClr val="tx1"/>
        </a:solidFill>
        <a:effectLst/>
      </p:bgPr>
    </p:bg>
    <p:spTree>
      <p:nvGrpSpPr>
        <p:cNvPr id="1" name=""/>
        <p:cNvGrpSpPr/>
        <p:nvPr/>
      </p:nvGrpSpPr>
      <p:grpSpPr>
        <a:xfrm>
          <a:off x="0" y="0"/>
          <a:ext cx="0" cy="0"/>
          <a:chOff x="0" y="0"/>
          <a:chExt cx="0" cy="0"/>
        </a:xfrm>
      </p:grpSpPr>
      <p:sp>
        <p:nvSpPr>
          <p:cNvPr id="8" name="Text Placeholder 18"/>
          <p:cNvSpPr>
            <a:spLocks noGrp="1"/>
          </p:cNvSpPr>
          <p:nvPr>
            <p:ph idx="1"/>
          </p:nvPr>
        </p:nvSpPr>
        <p:spPr>
          <a:xfrm>
            <a:off x="502920" y="1665818"/>
            <a:ext cx="11252200" cy="4633383"/>
          </a:xfrm>
          <a:prstGeom prst="rect">
            <a:avLst/>
          </a:prstGeom>
        </p:spPr>
        <p:txBody>
          <a:bodyPr vert="horz" lIns="182880" tIns="182880" rIns="182880" bIns="182880" rtlCol="0">
            <a:normAutofit/>
          </a:bodyPr>
          <a:lstStyle>
            <a:lvl1pPr>
              <a:defRPr>
                <a:solidFill>
                  <a:schemeClr val="bg1"/>
                </a:solidFill>
                <a:latin typeface="+mj-lt"/>
              </a:defRPr>
            </a:lvl1pPr>
            <a:lvl2pPr>
              <a:defRPr>
                <a:solidFill>
                  <a:schemeClr val="bg1"/>
                </a:solidFill>
                <a:latin typeface="+mj-lt"/>
              </a:defRPr>
            </a:lvl2pPr>
            <a:lvl3pPr>
              <a:defRPr>
                <a:solidFill>
                  <a:schemeClr val="bg1"/>
                </a:solidFill>
                <a:latin typeface="+mj-lt"/>
              </a:defRPr>
            </a:lvl3pPr>
            <a:lvl4pPr>
              <a:defRPr>
                <a:solidFill>
                  <a:schemeClr val="bg1"/>
                </a:solidFill>
                <a:latin typeface="+mj-lt"/>
              </a:defRPr>
            </a:lvl4pPr>
            <a:lvl5pPr>
              <a:defRPr>
                <a:solidFill>
                  <a:schemeClr val="bg1"/>
                </a:solidFill>
                <a:latin typeface="+mj-lt"/>
              </a:defRPr>
            </a:lvl5pPr>
          </a:lstStyle>
          <a:p>
            <a:pPr lvl="0"/>
            <a:r>
              <a:rPr lang="en-GB" noProof="0"/>
              <a:t>Click to 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a:p>
        </p:txBody>
      </p:sp>
      <p:sp>
        <p:nvSpPr>
          <p:cNvPr id="7" name="Text Placeholder 8">
            <a:extLst>
              <a:ext uri="{FF2B5EF4-FFF2-40B4-BE49-F238E27FC236}">
                <a16:creationId xmlns:a16="http://schemas.microsoft.com/office/drawing/2014/main" id="{EC35CE12-0F55-44D2-B9DD-C0590980F88B}"/>
              </a:ext>
            </a:extLst>
          </p:cNvPr>
          <p:cNvSpPr>
            <a:spLocks noGrp="1"/>
          </p:cNvSpPr>
          <p:nvPr>
            <p:ph type="body" sz="quarter" idx="13" hasCustomPrompt="1"/>
          </p:nvPr>
        </p:nvSpPr>
        <p:spPr>
          <a:xfrm>
            <a:off x="501651" y="837476"/>
            <a:ext cx="11162349" cy="439317"/>
          </a:xfrm>
          <a:prstGeom prst="rect">
            <a:avLst/>
          </a:prstGeom>
        </p:spPr>
        <p:txBody>
          <a:bodyPr lIns="182880" tIns="182880" rIns="182880" bIns="182880">
            <a:noAutofit/>
          </a:bodyPr>
          <a:lstStyle>
            <a:lvl1pPr marL="0" indent="0">
              <a:buNone/>
              <a:defRPr sz="1800" b="0">
                <a:solidFill>
                  <a:schemeClr val="bg1"/>
                </a:solidFill>
                <a:latin typeface="+mj-lt"/>
              </a:defRPr>
            </a:lvl1pPr>
          </a:lstStyle>
          <a:p>
            <a:pPr lvl="0"/>
            <a:r>
              <a:rPr lang="en-GB"/>
              <a:t>Click to add subtitle</a:t>
            </a:r>
          </a:p>
        </p:txBody>
      </p:sp>
      <p:sp>
        <p:nvSpPr>
          <p:cNvPr id="10" name="Title 1">
            <a:extLst>
              <a:ext uri="{FF2B5EF4-FFF2-40B4-BE49-F238E27FC236}">
                <a16:creationId xmlns:a16="http://schemas.microsoft.com/office/drawing/2014/main" id="{388B2547-D6ED-4DFD-BEB5-2175DBB0816D}"/>
              </a:ext>
            </a:extLst>
          </p:cNvPr>
          <p:cNvSpPr>
            <a:spLocks noGrp="1"/>
          </p:cNvSpPr>
          <p:nvPr>
            <p:ph type="title" hasCustomPrompt="1"/>
          </p:nvPr>
        </p:nvSpPr>
        <p:spPr>
          <a:xfrm>
            <a:off x="501651" y="307341"/>
            <a:ext cx="11188700" cy="439317"/>
          </a:xfrm>
        </p:spPr>
        <p:txBody>
          <a:bodyPr>
            <a:noAutofit/>
          </a:bodyPr>
          <a:lstStyle>
            <a:lvl1pPr>
              <a:defRPr>
                <a:solidFill>
                  <a:schemeClr val="bg1"/>
                </a:solidFill>
              </a:defRPr>
            </a:lvl1pPr>
          </a:lstStyle>
          <a:p>
            <a:r>
              <a:rPr lang="en-GB"/>
              <a:t>Click to add title</a:t>
            </a:r>
          </a:p>
        </p:txBody>
      </p:sp>
    </p:spTree>
    <p:extLst>
      <p:ext uri="{BB962C8B-B14F-4D97-AF65-F5344CB8AC3E}">
        <p14:creationId xmlns:p14="http://schemas.microsoft.com/office/powerpoint/2010/main" val="4274948565"/>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2_Title Slide - Black">
    <p:bg bwMode="gray">
      <p:bgPr>
        <a:solidFill>
          <a:schemeClr val="tx1"/>
        </a:solidFill>
        <a:effectLst/>
      </p:bgPr>
    </p:bg>
    <p:spTree>
      <p:nvGrpSpPr>
        <p:cNvPr id="1" name=""/>
        <p:cNvGrpSpPr/>
        <p:nvPr/>
      </p:nvGrpSpPr>
      <p:grpSpPr>
        <a:xfrm>
          <a:off x="0" y="0"/>
          <a:ext cx="0" cy="0"/>
          <a:chOff x="0" y="0"/>
          <a:chExt cx="0" cy="0"/>
        </a:xfrm>
      </p:grpSpPr>
      <p:sp>
        <p:nvSpPr>
          <p:cNvPr id="17" name="Picture Placeholder 8">
            <a:extLst>
              <a:ext uri="{FF2B5EF4-FFF2-40B4-BE49-F238E27FC236}">
                <a16:creationId xmlns:a16="http://schemas.microsoft.com/office/drawing/2014/main" id="{DEF77F0F-DE6A-48C9-92BD-013174DD643C}"/>
              </a:ext>
            </a:extLst>
          </p:cNvPr>
          <p:cNvSpPr>
            <a:spLocks noGrp="1"/>
          </p:cNvSpPr>
          <p:nvPr>
            <p:ph type="pic" sz="quarter" idx="11"/>
          </p:nvPr>
        </p:nvSpPr>
        <p:spPr>
          <a:xfrm>
            <a:off x="3393716" y="727595"/>
            <a:ext cx="5400000" cy="5400000"/>
          </a:xfrm>
          <a:prstGeom prst="rect">
            <a:avLst/>
          </a:prstGeom>
        </p:spPr>
        <p:txBody>
          <a:bodyPr/>
          <a:lstStyle>
            <a:lvl1pPr>
              <a:defRPr>
                <a:solidFill>
                  <a:schemeClr val="bg1"/>
                </a:solidFill>
              </a:defRPr>
            </a:lvl1pPr>
          </a:lstStyle>
          <a:p>
            <a:r>
              <a:rPr lang="en-GB" noProof="0"/>
              <a:t>Click icon to add picture</a:t>
            </a:r>
            <a:endParaRPr lang="en-GB"/>
          </a:p>
        </p:txBody>
      </p:sp>
      <p:sp>
        <p:nvSpPr>
          <p:cNvPr id="11" name="Title 1">
            <a:extLst>
              <a:ext uri="{FF2B5EF4-FFF2-40B4-BE49-F238E27FC236}">
                <a16:creationId xmlns:a16="http://schemas.microsoft.com/office/drawing/2014/main" id="{3D58A633-0021-4DAD-A2DA-9541178354B2}"/>
              </a:ext>
            </a:extLst>
          </p:cNvPr>
          <p:cNvSpPr>
            <a:spLocks noGrp="1"/>
          </p:cNvSpPr>
          <p:nvPr>
            <p:ph type="ctrTitle"/>
          </p:nvPr>
        </p:nvSpPr>
        <p:spPr bwMode="gray">
          <a:xfrm>
            <a:off x="275619" y="4377600"/>
            <a:ext cx="4446269" cy="1674000"/>
          </a:xfrm>
        </p:spPr>
        <p:txBody>
          <a:bodyPr anchor="t" anchorCtr="0">
            <a:noAutofit/>
          </a:bodyPr>
          <a:lstStyle>
            <a:lvl1pPr algn="l">
              <a:lnSpc>
                <a:spcPct val="100000"/>
              </a:lnSpc>
              <a:defRPr sz="2800" b="0">
                <a:solidFill>
                  <a:schemeClr val="accent1"/>
                </a:solidFill>
                <a:latin typeface="+mn-lt"/>
                <a:ea typeface="Open Sans" panose="020B0606030504020204" pitchFamily="34" charset="0"/>
                <a:cs typeface="Calibri" panose="020F0502020204030204" pitchFamily="34" charset="0"/>
              </a:defRPr>
            </a:lvl1pPr>
          </a:lstStyle>
          <a:p>
            <a:r>
              <a:rPr lang="en-GB" noProof="0"/>
              <a:t>Click to edit Master title style</a:t>
            </a:r>
            <a:endParaRPr lang="en-GB"/>
          </a:p>
        </p:txBody>
      </p:sp>
      <p:sp>
        <p:nvSpPr>
          <p:cNvPr id="12" name="Text Placeholder 4">
            <a:extLst>
              <a:ext uri="{FF2B5EF4-FFF2-40B4-BE49-F238E27FC236}">
                <a16:creationId xmlns:a16="http://schemas.microsoft.com/office/drawing/2014/main" id="{9195BCDD-2392-4CBF-8800-59C2AF64B3CA}"/>
              </a:ext>
            </a:extLst>
          </p:cNvPr>
          <p:cNvSpPr>
            <a:spLocks noGrp="1"/>
          </p:cNvSpPr>
          <p:nvPr>
            <p:ph type="body" sz="quarter" idx="10"/>
          </p:nvPr>
        </p:nvSpPr>
        <p:spPr>
          <a:xfrm>
            <a:off x="275619" y="6155777"/>
            <a:ext cx="4446269" cy="471053"/>
          </a:xfrm>
          <a:prstGeom prst="rect">
            <a:avLst/>
          </a:prstGeom>
        </p:spPr>
        <p:txBody>
          <a:bodyPr>
            <a:noAutofit/>
          </a:bodyPr>
          <a:lstStyle>
            <a:lvl1pPr>
              <a:spcAft>
                <a:spcPts val="0"/>
              </a:spcAft>
              <a:defRPr sz="1400">
                <a:solidFill>
                  <a:schemeClr val="bg1"/>
                </a:solidFill>
                <a:latin typeface="+mj-lt"/>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noProof="0"/>
              <a:t>Click to edit Master text styles</a:t>
            </a:r>
            <a:endParaRPr lang="en-GB"/>
          </a:p>
        </p:txBody>
      </p:sp>
      <p:pic>
        <p:nvPicPr>
          <p:cNvPr id="695937397" name="Rectangle 1" descr="{&quot;templafy&quot;:{&quot;id&quot;:&quot;afc08171-69bd-4ffd-91b3-dd93ea616cef&quot;}}"/>
          <p:cNvPicPr>
            <a:picLocks noChangeAspect="1"/>
          </p:cNvPicPr>
          <p:nvPr/>
        </p:nvPicPr>
        <p:blipFill>
          <a:blip r:embed="rId2"/>
          <a:stretch>
            <a:fillRect/>
          </a:stretch>
        </p:blipFill>
        <p:spPr>
          <a:xfrm>
            <a:off x="469900" y="457200"/>
            <a:ext cx="2286000" cy="727442"/>
          </a:xfrm>
          <a:prstGeom prst="rect">
            <a:avLst/>
          </a:prstGeom>
        </p:spPr>
      </p:pic>
    </p:spTree>
    <p:extLst>
      <p:ext uri="{BB962C8B-B14F-4D97-AF65-F5344CB8AC3E}">
        <p14:creationId xmlns:p14="http://schemas.microsoft.com/office/powerpoint/2010/main" val="965692296"/>
      </p:ext>
    </p:extLst>
  </p:cSld>
  <p:clrMapOvr>
    <a:masterClrMapping/>
  </p:clrMapOvr>
  <p:transition>
    <p:fade/>
  </p:transition>
  <p:hf hdr="0" dt="0"/>
  <p:extLst>
    <p:ext uri="{DCECCB84-F9BA-43D5-87BE-67443E8EF086}">
      <p15:sldGuideLst xmlns:p15="http://schemas.microsoft.com/office/powerpoint/2012/main">
        <p15:guide id="1" orient="horz" pos="4088">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3_Copyright">
    <p:spTree>
      <p:nvGrpSpPr>
        <p:cNvPr id="1" name=""/>
        <p:cNvGrpSpPr/>
        <p:nvPr/>
      </p:nvGrpSpPr>
      <p:grpSpPr>
        <a:xfrm>
          <a:off x="0" y="0"/>
          <a:ext cx="0" cy="0"/>
          <a:chOff x="0" y="0"/>
          <a:chExt cx="0" cy="0"/>
        </a:xfrm>
      </p:grpSpPr>
      <p:pic>
        <p:nvPicPr>
          <p:cNvPr id="1275364444" name="Rectangle 1" descr="{&quot;templafy&quot;:{&quot;id&quot;:&quot;ceadab1f-9abf-429c-9b95-dd6e67afabf1&quot;}}"/>
          <p:cNvPicPr>
            <a:picLocks noChangeAspect="1"/>
          </p:cNvPicPr>
          <p:nvPr/>
        </p:nvPicPr>
        <p:blipFill>
          <a:blip r:embed="rId2"/>
          <a:stretch>
            <a:fillRect/>
          </a:stretch>
        </p:blipFill>
        <p:spPr>
          <a:xfrm>
            <a:off x="469900" y="457200"/>
            <a:ext cx="2286000" cy="726344"/>
          </a:xfrm>
          <a:prstGeom prst="rect">
            <a:avLst/>
          </a:prstGeom>
        </p:spPr>
      </p:pic>
      <p:sp>
        <p:nvSpPr>
          <p:cNvPr id="3" name="text" descr="{&quot;templafy&quot;:{&quot;id&quot;:&quot;e1b4308a-541d-4639-bc5a-9009a1d92cbd&quot;}}" title="UserProfile.LegalEntity.{{Form.InternalExternal.PowerpointPrefix}}_{{DocumentLanguage}}">
            <a:extLst>
              <a:ext uri="{FF2B5EF4-FFF2-40B4-BE49-F238E27FC236}">
                <a16:creationId xmlns:a16="http://schemas.microsoft.com/office/drawing/2014/main" id="{19EEA310-CB75-D867-525D-E816496E4057}"/>
              </a:ext>
            </a:extLst>
          </p:cNvPr>
          <p:cNvSpPr txBox="1"/>
          <p:nvPr userDrawn="1"/>
        </p:nvSpPr>
        <p:spPr>
          <a:xfrm>
            <a:off x="474359" y="2590763"/>
            <a:ext cx="7623175" cy="3999600"/>
          </a:xfrm>
          <a:prstGeom prst="rect">
            <a:avLst/>
          </a:prstGeom>
          <a:noFill/>
        </p:spPr>
        <p:txBody>
          <a:bodyPr wrap="square" lIns="0" tIns="0" rIns="0" bIns="0" rtlCol="0" anchor="b" anchorCtr="0">
            <a:noAutofit/>
          </a:bodyPr>
          <a:lstStyle/>
          <a:p>
            <a:r>
              <a:rPr lang="en-GB" sz="900" kern="1200">
                <a:solidFill>
                  <a:schemeClr val="tx1"/>
                </a:solidFill>
                <a:effectLst/>
                <a:latin typeface="Aptos" panose="020B0004020202020204" pitchFamily="34" charset="0"/>
                <a:ea typeface="+mn-ea"/>
                <a:cs typeface="Calibri Light" panose="020F0302020204030204" pitchFamily="34" charset="0"/>
              </a:rPr>
              <a:t>Important notice
This document has been prepared by Deloitte MCS Limited for the sole purpose of enabling the parties to whom it is addressed to evaluate the capabilities of Deloitte MCS Limited to supply the proposed services.
The information contained in this document has been compiled by Deloitte MCS Limited and may include material obtained from various sources which have not been verified or audited. This document also contains material proprietary to Deloitte MCS Limited. Except in the general context of evaluating the capabilities of Deloitte MCS Limited, no reliance may be placed for any purposes whatsoever on the contents of this document. No representation or warranty, express or implied, is given and no responsibility or liability is or will be accepted by or on behalf of Deloitte MCS Limited or by any of its partners, members, employees, agents or any other person as to the accuracy, completeness or correctness of the information contained in this document.
Other than as stated below, this document and its contents are confidential and prepared solely for your information, and may not be reproduced, redistributed or passed onto any other person in whole or in part. If this document contains details of an arrangement that could result in a tax or National Insurance saving, no such conditions of confidentiality apply to the details of that arrangement (for example, for the purpose of discussion with tax authorities). No other party is entitled to rely on this document for any purpose whatsoever and we accept no liability to any other party who is shown or obtains access to this document. This document is not an offer and is not intended to be contractually binding. Should this proposal be acceptable to you, and following the conclusion of our internal acceptance procedures, we would be pleased to discuss terms and conditions with you prior to our appointment.
Deloitte MCS Limited is registered in England and Wales with registered number 03311052 and its registered office at 1 New Street Square, London, EC4A 3HQ, United Kingdom.
Deloitte MCS Limited is a subsidiary of Deloitte LLP, which is the United Kingdom affiliate of Deloitte NSE LLP, a member firm of Deloitte Touche Tohmatsu Limited, a UK private company limited by guarantee (“DTTL”). DTTL and each of its member firms are legally separate and independent entities. DTTL and Deloitte NSE LLP do not provide services to clients. Please see www.deloitte.com/about to learn more about our global network of member firms.
</a:t>
            </a:r>
            <a:endParaRPr lang="en-GB"/>
          </a:p>
        </p:txBody>
      </p:sp>
      <p:sp>
        <p:nvSpPr>
          <p:cNvPr id="4" name="text" descr="{&quot;templafy&quot;:{&quot;id&quot;:&quot;82d3ba31-5d21-41ca-a077-f6654774ea33&quot;}}" title="UserProfile.LegalEntity.{{Form.InternalExternal.PowerpointPrefix}}_{{DocumentLanguage}}">
            <a:extLst>
              <a:ext uri="{FF2B5EF4-FFF2-40B4-BE49-F238E27FC236}">
                <a16:creationId xmlns:a16="http://schemas.microsoft.com/office/drawing/2014/main" id="{3D1C7F60-69AB-F195-B033-CC8BCBCC9C26}"/>
              </a:ext>
            </a:extLst>
          </p:cNvPr>
          <p:cNvSpPr txBox="1"/>
          <p:nvPr userDrawn="1"/>
        </p:nvSpPr>
        <p:spPr>
          <a:xfrm>
            <a:off x="474359" y="2756620"/>
            <a:ext cx="7623175" cy="3999600"/>
          </a:xfrm>
          <a:prstGeom prst="rect">
            <a:avLst/>
          </a:prstGeom>
          <a:noFill/>
        </p:spPr>
        <p:txBody>
          <a:bodyPr wrap="square" lIns="0" tIns="0" rIns="0" bIns="0" rtlCol="0" anchor="b" anchorCtr="0">
            <a:noAutofit/>
          </a:bodyPr>
          <a:lstStyle/>
          <a:p>
            <a:r>
              <a:rPr lang="en-GB" sz="900" kern="1200">
                <a:solidFill>
                  <a:schemeClr val="tx1"/>
                </a:solidFill>
                <a:effectLst/>
                <a:latin typeface="Aptos" panose="020B0004020202020204" pitchFamily="34" charset="0"/>
                <a:ea typeface="+mn-ea"/>
                <a:cs typeface="Calibri Light" panose="020F0302020204030204" pitchFamily="34" charset="0"/>
              </a:rPr>
              <a:t>© 2026 Deloitte MCS Limited. All rights reserved.
</a:t>
            </a:r>
            <a:endParaRPr lang="en-GB"/>
          </a:p>
        </p:txBody>
      </p:sp>
    </p:spTree>
    <p:extLst>
      <p:ext uri="{BB962C8B-B14F-4D97-AF65-F5344CB8AC3E}">
        <p14:creationId xmlns:p14="http://schemas.microsoft.com/office/powerpoint/2010/main" val="1431553797"/>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2_Copyright">
    <p:bg>
      <p:bgPr>
        <a:solidFill>
          <a:schemeClr val="tx1"/>
        </a:solidFill>
        <a:effectLst/>
      </p:bgPr>
    </p:bg>
    <p:spTree>
      <p:nvGrpSpPr>
        <p:cNvPr id="1" name=""/>
        <p:cNvGrpSpPr/>
        <p:nvPr/>
      </p:nvGrpSpPr>
      <p:grpSpPr>
        <a:xfrm>
          <a:off x="0" y="0"/>
          <a:ext cx="0" cy="0"/>
          <a:chOff x="0" y="0"/>
          <a:chExt cx="0" cy="0"/>
        </a:xfrm>
      </p:grpSpPr>
      <p:pic>
        <p:nvPicPr>
          <p:cNvPr id="170984685" name="Rectangle 1" descr="{&quot;templafy&quot;:{&quot;id&quot;:&quot;d52f37e1-f071-43dd-8885-1b7ed0e48ee8&quot;}}"/>
          <p:cNvPicPr>
            <a:picLocks noChangeAspect="1"/>
          </p:cNvPicPr>
          <p:nvPr/>
        </p:nvPicPr>
        <p:blipFill>
          <a:blip r:embed="rId2"/>
          <a:stretch>
            <a:fillRect/>
          </a:stretch>
        </p:blipFill>
        <p:spPr>
          <a:xfrm>
            <a:off x="469900" y="457200"/>
            <a:ext cx="2286000" cy="727442"/>
          </a:xfrm>
          <a:prstGeom prst="rect">
            <a:avLst/>
          </a:prstGeom>
        </p:spPr>
      </p:pic>
      <p:sp>
        <p:nvSpPr>
          <p:cNvPr id="3" name="text" descr="{&quot;templafy&quot;:{&quot;id&quot;:&quot;1c5136b3-0af9-4f7e-8aec-40391a8da0f6&quot;}}" title="UserProfile.LegalEntity.{{Form.InternalExternal.PowerpointPrefix}}_{{DocumentLanguage}}">
            <a:extLst>
              <a:ext uri="{FF2B5EF4-FFF2-40B4-BE49-F238E27FC236}">
                <a16:creationId xmlns:a16="http://schemas.microsoft.com/office/drawing/2014/main" id="{B431D941-1880-EA97-7EB9-788EA5910AF0}"/>
              </a:ext>
            </a:extLst>
          </p:cNvPr>
          <p:cNvSpPr txBox="1"/>
          <p:nvPr userDrawn="1"/>
        </p:nvSpPr>
        <p:spPr>
          <a:xfrm>
            <a:off x="474359" y="2590763"/>
            <a:ext cx="7623175" cy="3999600"/>
          </a:xfrm>
          <a:prstGeom prst="rect">
            <a:avLst/>
          </a:prstGeom>
          <a:noFill/>
        </p:spPr>
        <p:txBody>
          <a:bodyPr wrap="square" lIns="0" tIns="0" rIns="0" bIns="0" rtlCol="0" anchor="b" anchorCtr="0">
            <a:noAutofit/>
          </a:bodyPr>
          <a:lstStyle/>
          <a:p>
            <a:r>
              <a:rPr lang="en-GB" sz="900" kern="1200">
                <a:solidFill>
                  <a:schemeClr val="bg1"/>
                </a:solidFill>
                <a:effectLst/>
                <a:latin typeface="Aptos" panose="020B0004020202020204" pitchFamily="34" charset="0"/>
                <a:ea typeface="+mn-ea"/>
                <a:cs typeface="Calibri Light" panose="020F0302020204030204" pitchFamily="34" charset="0"/>
              </a:rPr>
              <a:t>Important notice
This document has been prepared by Deloitte MCS Limited for the sole purpose of enabling the parties to whom it is addressed to evaluate the capabilities of Deloitte MCS Limited to supply the proposed services.
The information contained in this document has been compiled by Deloitte MCS Limited and may include material obtained from various sources which have not been verified or audited. This document also contains material proprietary to Deloitte MCS Limited. Except in the general context of evaluating the capabilities of Deloitte MCS Limited, no reliance may be placed for any purposes whatsoever on the contents of this document. No representation or warranty, express or implied, is given and no responsibility or liability is or will be accepted by or on behalf of Deloitte MCS Limited or by any of its partners, members, employees, agents or any other person as to the accuracy, completeness or correctness of the information contained in this document.
Other than as stated below, this document and its contents are confidential and prepared solely for your information, and may not be reproduced, redistributed or passed onto any other person in whole or in part. If this document contains details of an arrangement that could result in a tax or National Insurance saving, no such conditions of confidentiality apply to the details of that arrangement (for example, for the purpose of discussion with tax authorities). No other party is entitled to rely on this document for any purpose whatsoever and we accept no liability to any other party who is shown or obtains access to this document. This document is not an offer and is not intended to be contractually binding. Should this proposal be acceptable to you, and following the conclusion of our internal acceptance procedures, we would be pleased to discuss terms and conditions with you prior to our appointment.
Deloitte MCS Limited is registered in England and Wales with registered number 03311052 and its registered office at 1 New Street Square, London, EC4A 3HQ, United Kingdom.
Deloitte MCS Limited is a subsidiary of Deloitte LLP, which is the United Kingdom affiliate of Deloitte NSE LLP, a member firm of Deloitte Touche Tohmatsu Limited, a UK private company limited by guarantee (“DTTL”). DTTL and each of its member firms are legally separate and independent entities. DTTL and Deloitte NSE LLP do not provide services to clients. Please see www.deloitte.com/about to learn more about our global network of member firms.
</a:t>
            </a:r>
            <a:endParaRPr lang="en-GB"/>
          </a:p>
        </p:txBody>
      </p:sp>
      <p:sp>
        <p:nvSpPr>
          <p:cNvPr id="4" name="text" descr="{&quot;templafy&quot;:{&quot;id&quot;:&quot;e475f514-8416-4b10-8520-bfb29783529a&quot;}}" title="UserProfile.LegalEntity.{{Form.InternalExternal.PowerpointPrefix}}_{{DocumentLanguage}}">
            <a:extLst>
              <a:ext uri="{FF2B5EF4-FFF2-40B4-BE49-F238E27FC236}">
                <a16:creationId xmlns:a16="http://schemas.microsoft.com/office/drawing/2014/main" id="{4A1362B5-7329-C5CE-E02B-3EB3BE87EBCB}"/>
              </a:ext>
            </a:extLst>
          </p:cNvPr>
          <p:cNvSpPr txBox="1"/>
          <p:nvPr userDrawn="1"/>
        </p:nvSpPr>
        <p:spPr>
          <a:xfrm>
            <a:off x="474359" y="2756620"/>
            <a:ext cx="7623175" cy="3999600"/>
          </a:xfrm>
          <a:prstGeom prst="rect">
            <a:avLst/>
          </a:prstGeom>
          <a:noFill/>
        </p:spPr>
        <p:txBody>
          <a:bodyPr wrap="square" lIns="0" tIns="0" rIns="0" bIns="0" rtlCol="0" anchor="b" anchorCtr="0">
            <a:noAutofit/>
          </a:bodyPr>
          <a:lstStyle/>
          <a:p>
            <a:r>
              <a:rPr lang="en-GB" sz="900" kern="1200">
                <a:solidFill>
                  <a:schemeClr val="bg1"/>
                </a:solidFill>
                <a:effectLst/>
                <a:latin typeface="Aptos" panose="020B0004020202020204" pitchFamily="34" charset="0"/>
                <a:ea typeface="+mn-ea"/>
                <a:cs typeface="Calibri Light" panose="020F0302020204030204" pitchFamily="34" charset="0"/>
              </a:rPr>
              <a:t>© 2026 Deloitte MCS Limited. All rights reserved.
</a:t>
            </a:r>
            <a:endParaRPr lang="en-GB"/>
          </a:p>
        </p:txBody>
      </p:sp>
    </p:spTree>
    <p:extLst>
      <p:ext uri="{BB962C8B-B14F-4D97-AF65-F5344CB8AC3E}">
        <p14:creationId xmlns:p14="http://schemas.microsoft.com/office/powerpoint/2010/main" val="1000776834"/>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userDrawn="1">
  <p:cSld name="1_Title slide - Black">
    <p:bg bwMode="gray">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FD7C1F3-1623-8D8F-9E86-690FBADEBEB0}"/>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4" name="Picture 3" descr="Deloitte logo">
            <a:extLst>
              <a:ext uri="{FF2B5EF4-FFF2-40B4-BE49-F238E27FC236}">
                <a16:creationId xmlns:a16="http://schemas.microsoft.com/office/drawing/2014/main" id="{885222D5-1719-1676-C66A-2EB4C1E3DBD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2692" y="-5466"/>
            <a:ext cx="2779773" cy="1308221"/>
          </a:xfrm>
          <a:prstGeom prst="rect">
            <a:avLst/>
          </a:prstGeom>
        </p:spPr>
      </p:pic>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1"/>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bg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add secondary text</a:t>
            </a:r>
          </a:p>
        </p:txBody>
      </p:sp>
      <p:sp>
        <p:nvSpPr>
          <p:cNvPr id="2" name="Copyright">
            <a:extLst>
              <a:ext uri="{FF2B5EF4-FFF2-40B4-BE49-F238E27FC236}">
                <a16:creationId xmlns:a16="http://schemas.microsoft.com/office/drawing/2014/main" id="{93957452-3110-B5B1-B4AC-22B2E3B1A3F0}"/>
              </a:ext>
            </a:extLst>
          </p:cNvPr>
          <p:cNvSpPr txBox="1"/>
          <p:nvPr userDrawn="1"/>
        </p:nvSpPr>
        <p:spPr>
          <a:xfrm>
            <a:off x="115564" y="6627280"/>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Copyright © 2026 Deloitte MCS Limited. All rights reserved.</a:t>
            </a:r>
          </a:p>
        </p:txBody>
      </p:sp>
    </p:spTree>
    <p:extLst>
      <p:ext uri="{BB962C8B-B14F-4D97-AF65-F5344CB8AC3E}">
        <p14:creationId xmlns:p14="http://schemas.microsoft.com/office/powerpoint/2010/main" val="1854681445"/>
      </p:ext>
    </p:extLst>
  </p:cSld>
  <p:clrMapOvr>
    <a:masterClrMapping/>
  </p:clrMapOvr>
  <p:transition>
    <p:fade/>
  </p:transition>
  <p:hf hdr="0" dt="0"/>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08FC31F-5F96-2CA0-26ED-37D48C398ACA}"/>
              </a:ext>
            </a:extLst>
          </p:cNvPr>
          <p:cNvSpPr/>
          <p:nvPr userDrawn="1"/>
        </p:nvSpPr>
        <p:spPr>
          <a:xfrm>
            <a:off x="0" y="0"/>
            <a:ext cx="12192000" cy="6858000"/>
          </a:xfrm>
          <a:prstGeom prst="rect">
            <a:avLst/>
          </a:prstGeom>
          <a:gradFill flip="none" rotWithShape="1">
            <a:gsLst>
              <a:gs pos="0">
                <a:srgbClr val="004F59">
                  <a:lumMod val="80999"/>
                </a:srgbClr>
              </a:gs>
              <a:gs pos="77000">
                <a:srgbClr val="000A0A">
                  <a:lumMod val="85101"/>
                </a:srgbClr>
              </a:gs>
              <a:gs pos="36000">
                <a:schemeClr val="accent2">
                  <a:lumMod val="0"/>
                </a:schemeClr>
              </a:gs>
              <a:gs pos="100000">
                <a:schemeClr val="accent2">
                  <a:lumMod val="35000"/>
                </a:schemeClr>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8B32E2DE-E70D-EF41-3B8E-66FCD86D5C93}"/>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D0B072B2-E7A8-3C9E-F87A-D7FB58959675}"/>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pyright">
            <a:extLst>
              <a:ext uri="{FF2B5EF4-FFF2-40B4-BE49-F238E27FC236}">
                <a16:creationId xmlns:a16="http://schemas.microsoft.com/office/drawing/2014/main" id="{F33F1A2F-5301-E113-DA4A-995D836660FF}"/>
              </a:ext>
            </a:extLst>
          </p:cNvPr>
          <p:cNvSpPr txBox="1"/>
          <p:nvPr userDrawn="1"/>
        </p:nvSpPr>
        <p:spPr>
          <a:xfrm>
            <a:off x="115564" y="6627280"/>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Copyright © 2026 Deloitte MCS Limited. All rights reserved.</a:t>
            </a:r>
          </a:p>
        </p:txBody>
      </p:sp>
    </p:spTree>
    <p:extLst>
      <p:ext uri="{BB962C8B-B14F-4D97-AF65-F5344CB8AC3E}">
        <p14:creationId xmlns:p14="http://schemas.microsoft.com/office/powerpoint/2010/main" val="335510349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Title, subtitle Black">
    <p:bg bwMode="gray">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03ED046-AF18-82E4-7A21-15618FB8A3F2}"/>
              </a:ext>
            </a:extLst>
          </p:cNvPr>
          <p:cNvSpPr/>
          <p:nvPr userDrawn="1"/>
        </p:nvSpPr>
        <p:spPr>
          <a:xfrm>
            <a:off x="0" y="0"/>
            <a:ext cx="12192000" cy="6858000"/>
          </a:xfrm>
          <a:prstGeom prst="rect">
            <a:avLst/>
          </a:prstGeom>
          <a:gradFill flip="none" rotWithShape="1">
            <a:gsLst>
              <a:gs pos="0">
                <a:srgbClr val="004F59">
                  <a:lumMod val="80999"/>
                </a:srgbClr>
              </a:gs>
              <a:gs pos="77000">
                <a:srgbClr val="000A0A">
                  <a:lumMod val="85101"/>
                </a:srgbClr>
              </a:gs>
              <a:gs pos="36000">
                <a:schemeClr val="accent2">
                  <a:lumMod val="0"/>
                </a:schemeClr>
              </a:gs>
              <a:gs pos="100000">
                <a:schemeClr val="accent2">
                  <a:lumMod val="35000"/>
                </a:schemeClr>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ext Placeholder 8">
            <a:extLst>
              <a:ext uri="{FF2B5EF4-FFF2-40B4-BE49-F238E27FC236}">
                <a16:creationId xmlns:a16="http://schemas.microsoft.com/office/drawing/2014/main" id="{A34C2DE6-EC31-BE01-7BD2-58B7EEBECCD3}"/>
              </a:ext>
            </a:extLst>
          </p:cNvPr>
          <p:cNvSpPr>
            <a:spLocks noGrp="1"/>
          </p:cNvSpPr>
          <p:nvPr>
            <p:ph type="body" sz="quarter" idx="13" hasCustomPrompt="1"/>
          </p:nvPr>
        </p:nvSpPr>
        <p:spPr>
          <a:xfrm>
            <a:off x="457200" y="684001"/>
            <a:ext cx="11274552" cy="342000"/>
          </a:xfrm>
          <a:prstGeom prst="rect">
            <a:avLst/>
          </a:prstGeom>
        </p:spPr>
        <p:txBody>
          <a:bodyPr lIns="0" tIns="0" rIns="0" bIns="0" anchor="t" anchorCtr="0">
            <a:noAutofit/>
          </a:bodyPr>
          <a:lstStyle>
            <a:lvl1pPr marL="0" indent="0">
              <a:spcBef>
                <a:spcPts val="0"/>
              </a:spcBef>
              <a:spcAft>
                <a:spcPts val="0"/>
              </a:spcAft>
              <a:buNone/>
              <a:defRPr sz="1600" b="0">
                <a:solidFill>
                  <a:schemeClr val="bg1"/>
                </a:solidFill>
                <a:latin typeface="+mn-lt"/>
              </a:defRPr>
            </a:lvl1pPr>
          </a:lstStyle>
          <a:p>
            <a:pPr lvl="0"/>
            <a:r>
              <a:rPr lang="en-US"/>
              <a:t>Click to add subtitle</a:t>
            </a:r>
          </a:p>
        </p:txBody>
      </p:sp>
      <p:sp>
        <p:nvSpPr>
          <p:cNvPr id="5" name="Title Placeholder 1">
            <a:extLst>
              <a:ext uri="{FF2B5EF4-FFF2-40B4-BE49-F238E27FC236}">
                <a16:creationId xmlns:a16="http://schemas.microsoft.com/office/drawing/2014/main" id="{85EDC7F0-9BB1-04C7-EBDD-062EA8D6AD70}"/>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400">
                <a:solidFill>
                  <a:schemeClr val="bg1"/>
                </a:solidFill>
                <a:latin typeface="+mj-lt"/>
              </a:defRPr>
            </a:lvl1pPr>
          </a:lstStyle>
          <a:p>
            <a:r>
              <a:rPr lang="en-US"/>
              <a:t>Click to add title</a:t>
            </a:r>
          </a:p>
        </p:txBody>
      </p:sp>
      <p:sp>
        <p:nvSpPr>
          <p:cNvPr id="7" name="Copyright">
            <a:extLst>
              <a:ext uri="{FF2B5EF4-FFF2-40B4-BE49-F238E27FC236}">
                <a16:creationId xmlns:a16="http://schemas.microsoft.com/office/drawing/2014/main" id="{FB2272D9-0E41-D6AB-6A2E-BEFF37465576}"/>
              </a:ext>
            </a:extLst>
          </p:cNvPr>
          <p:cNvSpPr txBox="1"/>
          <p:nvPr userDrawn="1"/>
        </p:nvSpPr>
        <p:spPr>
          <a:xfrm>
            <a:off x="75838" y="6642783"/>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Copyright © 2026 Deloitte MCS Limited. All rights reserved.</a:t>
            </a:r>
          </a:p>
        </p:txBody>
      </p:sp>
      <p:sp>
        <p:nvSpPr>
          <p:cNvPr id="9" name="TextBox 8">
            <a:extLst>
              <a:ext uri="{FF2B5EF4-FFF2-40B4-BE49-F238E27FC236}">
                <a16:creationId xmlns:a16="http://schemas.microsoft.com/office/drawing/2014/main" id="{D6786EBC-F83F-1733-D647-5D19727763B6}"/>
              </a:ext>
            </a:extLst>
          </p:cNvPr>
          <p:cNvSpPr txBox="1"/>
          <p:nvPr userDrawn="1"/>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bg1"/>
              </a:solidFill>
              <a:latin typeface="Aptos" panose="020B0004020202020204" pitchFamily="34" charset="0"/>
              <a:cs typeface="Calibri" panose="020F0502020204030204" pitchFamily="34" charset="0"/>
            </a:endParaRPr>
          </a:p>
        </p:txBody>
      </p:sp>
    </p:spTree>
    <p:extLst>
      <p:ext uri="{BB962C8B-B14F-4D97-AF65-F5344CB8AC3E}">
        <p14:creationId xmlns:p14="http://schemas.microsoft.com/office/powerpoint/2010/main" val="1884752654"/>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Content - One Line Title">
    <p:spTree>
      <p:nvGrpSpPr>
        <p:cNvPr id="1" name=""/>
        <p:cNvGrpSpPr/>
        <p:nvPr/>
      </p:nvGrpSpPr>
      <p:grpSpPr>
        <a:xfrm>
          <a:off x="0" y="0"/>
          <a:ext cx="0" cy="0"/>
          <a:chOff x="0" y="0"/>
          <a:chExt cx="0" cy="0"/>
        </a:xfrm>
      </p:grpSpPr>
      <p:sp>
        <p:nvSpPr>
          <p:cNvPr id="26" name="Text Placeholder 25"/>
          <p:cNvSpPr>
            <a:spLocks noGrp="1"/>
          </p:cNvSpPr>
          <p:nvPr>
            <p:ph type="body" sz="quarter" idx="13"/>
          </p:nvPr>
        </p:nvSpPr>
        <p:spPr>
          <a:xfrm>
            <a:off x="214596" y="978011"/>
            <a:ext cx="11416836" cy="5257800"/>
          </a:xfrm>
        </p:spPr>
        <p:txBody>
          <a:bodyPr/>
          <a:lstStyle>
            <a:lvl1pPr marL="0" indent="0">
              <a:lnSpc>
                <a:spcPct val="114000"/>
              </a:lnSpc>
              <a:spcAft>
                <a:spcPts val="1000"/>
              </a:spcAft>
              <a:buNone/>
              <a:defRPr sz="2000"/>
            </a:lvl1pPr>
            <a:lvl2pPr marL="564577" indent="-217268">
              <a:lnSpc>
                <a:spcPct val="114000"/>
              </a:lnSpc>
              <a:spcAft>
                <a:spcPts val="1000"/>
              </a:spcAft>
              <a:buFont typeface="Wingdings" panose="05000000000000000000" pitchFamily="2" charset="2"/>
              <a:buChar char="§"/>
              <a:defRPr sz="1800"/>
            </a:lvl2pPr>
            <a:lvl3pPr marL="907136" indent="-228368">
              <a:lnSpc>
                <a:spcPct val="114000"/>
              </a:lnSpc>
              <a:spcAft>
                <a:spcPts val="1000"/>
              </a:spcAft>
              <a:buFont typeface="Tahoma" panose="020B0604030504040204" pitchFamily="34" charset="0"/>
              <a:buChar char="−"/>
              <a:defRPr sz="1400"/>
            </a:lvl3pPr>
            <a:lvl4pPr marL="1243341" indent="-228368">
              <a:lnSpc>
                <a:spcPct val="114000"/>
              </a:lnSpc>
              <a:spcAft>
                <a:spcPts val="1000"/>
              </a:spcAft>
              <a:buFont typeface="Tahoma" panose="020B0604030504040204" pitchFamily="34" charset="0"/>
              <a:buChar char="−"/>
              <a:defRPr sz="1400"/>
            </a:lvl4pPr>
            <a:lvl5pPr>
              <a:lnSpc>
                <a:spcPct val="114000"/>
              </a:lnSpc>
              <a:spcAft>
                <a:spcPts val="1000"/>
              </a:spcAft>
              <a:defRPr sz="1400"/>
            </a:lvl5pPr>
          </a:lstStyle>
          <a:p>
            <a:pPr lvl="0"/>
            <a:r>
              <a:rPr lang="en-US"/>
              <a:t>Click to edit Master text styles</a:t>
            </a:r>
          </a:p>
          <a:p>
            <a:pPr lvl="1"/>
            <a:r>
              <a:rPr lang="en-US"/>
              <a:t>Second level</a:t>
            </a:r>
          </a:p>
          <a:p>
            <a:pPr lvl="2"/>
            <a:r>
              <a:rPr lang="en-US"/>
              <a:t>Third level</a:t>
            </a:r>
          </a:p>
        </p:txBody>
      </p:sp>
      <p:sp>
        <p:nvSpPr>
          <p:cNvPr id="6" name="Title 1"/>
          <p:cNvSpPr>
            <a:spLocks noGrp="1"/>
          </p:cNvSpPr>
          <p:nvPr>
            <p:ph type="title"/>
          </p:nvPr>
        </p:nvSpPr>
        <p:spPr>
          <a:xfrm>
            <a:off x="191767" y="199105"/>
            <a:ext cx="11439665" cy="639763"/>
          </a:xfrm>
        </p:spPr>
        <p:txBody>
          <a:bodyPr/>
          <a:lstStyle/>
          <a:p>
            <a:r>
              <a:rPr lang="en-US"/>
              <a:t>Click to edit Master title style</a:t>
            </a:r>
          </a:p>
        </p:txBody>
      </p:sp>
    </p:spTree>
    <p:extLst>
      <p:ext uri="{BB962C8B-B14F-4D97-AF65-F5344CB8AC3E}">
        <p14:creationId xmlns:p14="http://schemas.microsoft.com/office/powerpoint/2010/main" val="245904951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Standard headline_Body">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5BDC220-FDA0-41D7-98BA-BB440BC4A90B}"/>
              </a:ext>
            </a:extLst>
          </p:cNvPr>
          <p:cNvSpPr/>
          <p:nvPr userDrawn="1"/>
        </p:nvSpPr>
        <p:spPr bwMode="gray">
          <a:xfrm>
            <a:off x="11568701" y="6482993"/>
            <a:ext cx="503434" cy="375007"/>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7" name="Text Placeholder 8">
            <a:extLst>
              <a:ext uri="{FF2B5EF4-FFF2-40B4-BE49-F238E27FC236}">
                <a16:creationId xmlns:a16="http://schemas.microsoft.com/office/drawing/2014/main" id="{64DC2670-5D11-4421-8167-B380A667E4E1}"/>
              </a:ext>
            </a:extLst>
          </p:cNvPr>
          <p:cNvSpPr>
            <a:spLocks noGrp="1"/>
          </p:cNvSpPr>
          <p:nvPr>
            <p:ph type="body" sz="quarter" idx="13" hasCustomPrompt="1"/>
          </p:nvPr>
        </p:nvSpPr>
        <p:spPr>
          <a:xfrm>
            <a:off x="551688" y="684903"/>
            <a:ext cx="11167224" cy="454080"/>
          </a:xfrm>
          <a:prstGeom prst="rect">
            <a:avLst/>
          </a:prstGeom>
        </p:spPr>
        <p:txBody>
          <a:bodyPr lIns="0" tIns="0" rIns="0" bIns="0">
            <a:noAutofit/>
          </a:bodyPr>
          <a:lstStyle>
            <a:lvl1pPr marL="0" indent="0" algn="l" defTabSz="914400" rtl="0" eaLnBrk="1" latinLnBrk="0" hangingPunct="1">
              <a:spcBef>
                <a:spcPts val="200"/>
              </a:spcBef>
              <a:buSzPct val="100000"/>
              <a:buNone/>
              <a:defRPr lang="en-US" sz="1400" kern="1200" noProof="0" dirty="0">
                <a:solidFill>
                  <a:schemeClr val="accent6"/>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US" noProof="0"/>
              <a:t>Click to add subtitle</a:t>
            </a:r>
          </a:p>
        </p:txBody>
      </p:sp>
      <p:sp>
        <p:nvSpPr>
          <p:cNvPr id="18" name="Title Placeholder 1">
            <a:extLst>
              <a:ext uri="{FF2B5EF4-FFF2-40B4-BE49-F238E27FC236}">
                <a16:creationId xmlns:a16="http://schemas.microsoft.com/office/drawing/2014/main" id="{A791C14F-ED57-4012-8301-39F6E6B9EEC6}"/>
              </a:ext>
            </a:extLst>
          </p:cNvPr>
          <p:cNvSpPr>
            <a:spLocks noGrp="1"/>
          </p:cNvSpPr>
          <p:nvPr>
            <p:ph type="title" hasCustomPrompt="1"/>
          </p:nvPr>
        </p:nvSpPr>
        <p:spPr>
          <a:xfrm>
            <a:off x="551688" y="238607"/>
            <a:ext cx="11167224" cy="365760"/>
          </a:xfrm>
          <a:prstGeom prst="rect">
            <a:avLst/>
          </a:prstGeom>
        </p:spPr>
        <p:txBody>
          <a:bodyPr vert="horz" lIns="0" tIns="0" rIns="0" bIns="0" rtlCol="0" anchor="t" anchorCtr="0">
            <a:noAutofit/>
          </a:bodyPr>
          <a:lstStyle>
            <a:lvl1pPr marL="0" algn="l" defTabSz="1219170" rtl="0" eaLnBrk="1" latinLnBrk="0" hangingPunct="1">
              <a:spcBef>
                <a:spcPct val="0"/>
              </a:spcBef>
              <a:buNone/>
              <a:defRPr lang="en-US" sz="2400" b="1" i="0" kern="1200" noProof="0" dirty="0">
                <a:solidFill>
                  <a:schemeClr val="tx1">
                    <a:lumMod val="85000"/>
                    <a:lumOff val="15000"/>
                  </a:schemeClr>
                </a:solidFill>
                <a:latin typeface="Open Sans" panose="020B0606030504020204" pitchFamily="34" charset="0"/>
                <a:ea typeface="Open Sans" panose="020B0606030504020204" pitchFamily="34" charset="0"/>
                <a:cs typeface="Open Sans" panose="020B0606030504020204" pitchFamily="34" charset="0"/>
              </a:defRPr>
            </a:lvl1pPr>
          </a:lstStyle>
          <a:p>
            <a:r>
              <a:rPr lang="en-US" noProof="0"/>
              <a:t>Click to add title</a:t>
            </a:r>
          </a:p>
        </p:txBody>
      </p:sp>
      <p:sp>
        <p:nvSpPr>
          <p:cNvPr id="3" name="Text Placeholder 2">
            <a:extLst>
              <a:ext uri="{FF2B5EF4-FFF2-40B4-BE49-F238E27FC236}">
                <a16:creationId xmlns:a16="http://schemas.microsoft.com/office/drawing/2014/main" id="{CBE77400-FDDE-40F3-B4FF-1FD986E076AA}"/>
              </a:ext>
            </a:extLst>
          </p:cNvPr>
          <p:cNvSpPr>
            <a:spLocks noGrp="1"/>
          </p:cNvSpPr>
          <p:nvPr>
            <p:ph type="body" sz="quarter" idx="14"/>
          </p:nvPr>
        </p:nvSpPr>
        <p:spPr>
          <a:xfrm>
            <a:off x="552451" y="1249363"/>
            <a:ext cx="11166477" cy="46172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Rectangle 9">
            <a:extLst>
              <a:ext uri="{FF2B5EF4-FFF2-40B4-BE49-F238E27FC236}">
                <a16:creationId xmlns:a16="http://schemas.microsoft.com/office/drawing/2014/main" id="{6410B25F-AD8D-4BDC-AEF5-EDCE170498D4}"/>
              </a:ext>
            </a:extLst>
          </p:cNvPr>
          <p:cNvSpPr/>
          <p:nvPr userDrawn="1"/>
        </p:nvSpPr>
        <p:spPr>
          <a:xfrm>
            <a:off x="11562047" y="6512054"/>
            <a:ext cx="134652" cy="138499"/>
          </a:xfrm>
          <a:prstGeom prst="rect">
            <a:avLst/>
          </a:prstGeom>
        </p:spPr>
        <p:txBody>
          <a:bodyPr wrap="none" lIns="0" tIns="0" rIns="0" bIns="0">
            <a:spAutoFit/>
          </a:bodyPr>
          <a:lstStyle/>
          <a:p>
            <a:pPr algn="r"/>
            <a:fld id="{C58DF478-B544-4ED8-9ED4-6A2648E2D233}" type="slidenum">
              <a:rPr lang="en-US" sz="900" b="0" i="0" noProof="0" smtClean="0">
                <a:solidFill>
                  <a:schemeClr val="tx1"/>
                </a:solidFill>
                <a:latin typeface="Calibri Light" panose="020F0302020204030204" pitchFamily="34" charset="0"/>
                <a:cs typeface="Calibri Light" panose="020F0302020204030204" pitchFamily="34" charset="0"/>
              </a:rPr>
              <a:pPr algn="r"/>
              <a:t>‹#›</a:t>
            </a:fld>
            <a:endParaRPr lang="en-US" sz="900" b="0" i="0">
              <a:latin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3495653295"/>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F79D3799-9A6C-45EE-B3ED-0F77AAB658E9}"/>
              </a:ext>
            </a:extLst>
          </p:cNvPr>
          <p:cNvSpPr>
            <a:spLocks noGrp="1"/>
          </p:cNvSpPr>
          <p:nvPr>
            <p:ph type="title" hasCustomPrompt="1"/>
          </p:nvPr>
        </p:nvSpPr>
        <p:spPr>
          <a:xfrm>
            <a:off x="501651" y="476249"/>
            <a:ext cx="11188700" cy="334099"/>
          </a:xfrm>
          <a:prstGeom prst="rect">
            <a:avLst/>
          </a:prstGeom>
        </p:spPr>
        <p:txBody>
          <a:bodyPr vert="horz" lIns="0" tIns="0" rIns="0" bIns="0" rtlCol="0" anchor="t" anchorCtr="0">
            <a:noAutofit/>
          </a:bodyPr>
          <a:lstStyle>
            <a:lvl1pPr>
              <a:defRPr>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a:t>Click to add title</a:t>
            </a:r>
          </a:p>
        </p:txBody>
      </p:sp>
      <p:sp>
        <p:nvSpPr>
          <p:cNvPr id="2" name="Text Placeholder 2">
            <a:extLst>
              <a:ext uri="{FF2B5EF4-FFF2-40B4-BE49-F238E27FC236}">
                <a16:creationId xmlns:a16="http://schemas.microsoft.com/office/drawing/2014/main" id="{FD5C7DD7-64DD-B688-0851-397470B5543D}"/>
              </a:ext>
            </a:extLst>
          </p:cNvPr>
          <p:cNvSpPr>
            <a:spLocks noGrp="1"/>
          </p:cNvSpPr>
          <p:nvPr>
            <p:ph type="body" sz="quarter" idx="14" hasCustomPrompt="1"/>
          </p:nvPr>
        </p:nvSpPr>
        <p:spPr>
          <a:xfrm>
            <a:off x="501650" y="191301"/>
            <a:ext cx="2763838" cy="177823"/>
          </a:xfrm>
        </p:spPr>
        <p:txBody>
          <a:bodyPr anchor="ctr"/>
          <a:lstStyle>
            <a:lvl1pPr>
              <a:defRPr sz="1100" b="1" spc="150" baseline="0">
                <a:solidFill>
                  <a:schemeClr val="accent5">
                    <a:lumMod val="75000"/>
                  </a:schemeClr>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pPr lvl="0"/>
            <a:r>
              <a:rPr lang="en-US"/>
              <a:t>HEADER</a:t>
            </a:r>
          </a:p>
        </p:txBody>
      </p:sp>
      <p:sp>
        <p:nvSpPr>
          <p:cNvPr id="3" name="Footer Placeholder 2">
            <a:extLst>
              <a:ext uri="{FF2B5EF4-FFF2-40B4-BE49-F238E27FC236}">
                <a16:creationId xmlns:a16="http://schemas.microsoft.com/office/drawing/2014/main" id="{2301AF1D-7EA6-68B1-03BC-5413850D86E1}"/>
              </a:ext>
            </a:extLst>
          </p:cNvPr>
          <p:cNvSpPr>
            <a:spLocks noGrp="1"/>
          </p:cNvSpPr>
          <p:nvPr>
            <p:ph type="ftr" sz="quarter" idx="15"/>
          </p:nvPr>
        </p:nvSpPr>
        <p:spPr/>
        <p:txBody>
          <a:bodyPr/>
          <a:lstStyle/>
          <a:p>
            <a:endParaRPr lang="en-US"/>
          </a:p>
        </p:txBody>
      </p:sp>
      <p:sp>
        <p:nvSpPr>
          <p:cNvPr id="5" name="Slide Number Placeholder 4">
            <a:extLst>
              <a:ext uri="{FF2B5EF4-FFF2-40B4-BE49-F238E27FC236}">
                <a16:creationId xmlns:a16="http://schemas.microsoft.com/office/drawing/2014/main" id="{E92B4696-1E06-A23F-4C75-6AE9DA99AC17}"/>
              </a:ext>
            </a:extLst>
          </p:cNvPr>
          <p:cNvSpPr>
            <a:spLocks noGrp="1"/>
          </p:cNvSpPr>
          <p:nvPr>
            <p:ph type="sldNum" sz="quarter" idx="16"/>
          </p:nvPr>
        </p:nvSpPr>
        <p:spPr/>
        <p:txBody>
          <a:bodyPr/>
          <a:lstStyle/>
          <a:p>
            <a:fld id="{9463E680-D629-4AFF-89EA-45AE0D33554A}" type="slidenum">
              <a:rPr lang="en-US" smtClean="0"/>
              <a:t>‹#›</a:t>
            </a:fld>
            <a:endParaRPr lang="en-US"/>
          </a:p>
        </p:txBody>
      </p:sp>
    </p:spTree>
    <p:extLst>
      <p:ext uri="{BB962C8B-B14F-4D97-AF65-F5344CB8AC3E}">
        <p14:creationId xmlns:p14="http://schemas.microsoft.com/office/powerpoint/2010/main" val="1341465761"/>
      </p:ext>
    </p:extLst>
  </p:cSld>
  <p:clrMapOvr>
    <a:masterClrMapping/>
  </p:clrMapOvr>
  <p:transition>
    <p:fade/>
  </p:transition>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7BC0FE-594D-33AE-12F1-530B58876936}"/>
              </a:ext>
            </a:extLst>
          </p:cNvPr>
          <p:cNvSpPr>
            <a:spLocks noGrp="1"/>
          </p:cNvSpPr>
          <p:nvPr>
            <p:ph type="dt" sz="half" idx="10"/>
          </p:nvPr>
        </p:nvSpPr>
        <p:spPr/>
        <p:txBody>
          <a:bodyPr/>
          <a:lstStyle/>
          <a:p>
            <a:fld id="{D09407DF-E46E-4B97-B8D0-D23F57173E4B}" type="datetimeFigureOut">
              <a:rPr lang="en-US" smtClean="0"/>
              <a:t>9/9/2026</a:t>
            </a:fld>
            <a:endParaRPr lang="en-US"/>
          </a:p>
        </p:txBody>
      </p:sp>
      <p:sp>
        <p:nvSpPr>
          <p:cNvPr id="3" name="Footer Placeholder 2">
            <a:extLst>
              <a:ext uri="{FF2B5EF4-FFF2-40B4-BE49-F238E27FC236}">
                <a16:creationId xmlns:a16="http://schemas.microsoft.com/office/drawing/2014/main" id="{497A95A9-E947-3C75-B32A-B2326836888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F063874-E20E-5F74-7940-692010384251}"/>
              </a:ext>
            </a:extLst>
          </p:cNvPr>
          <p:cNvSpPr>
            <a:spLocks noGrp="1"/>
          </p:cNvSpPr>
          <p:nvPr>
            <p:ph type="sldNum" sz="quarter" idx="12"/>
          </p:nvPr>
        </p:nvSpPr>
        <p:spPr/>
        <p:txBody>
          <a:bodyPr/>
          <a:lstStyle/>
          <a:p>
            <a:fld id="{8A22A091-DDC0-458F-AAC5-6939FBC359B4}" type="slidenum">
              <a:rPr lang="en-US" smtClean="0"/>
              <a:t>‹#›</a:t>
            </a:fld>
            <a:endParaRPr lang="en-US"/>
          </a:p>
        </p:txBody>
      </p:sp>
    </p:spTree>
    <p:extLst>
      <p:ext uri="{BB962C8B-B14F-4D97-AF65-F5344CB8AC3E}">
        <p14:creationId xmlns:p14="http://schemas.microsoft.com/office/powerpoint/2010/main" val="288277668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4_Title, subtitle Black">
    <p:bg bwMode="gray">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03ED046-AF18-82E4-7A21-15618FB8A3F2}"/>
              </a:ext>
            </a:extLst>
          </p:cNvPr>
          <p:cNvSpPr/>
          <p:nvPr userDrawn="1"/>
        </p:nvSpPr>
        <p:spPr>
          <a:xfrm>
            <a:off x="0" y="0"/>
            <a:ext cx="12192000" cy="6858000"/>
          </a:xfrm>
          <a:prstGeom prst="rect">
            <a:avLst/>
          </a:prstGeom>
          <a:gradFill flip="none" rotWithShape="1">
            <a:gsLst>
              <a:gs pos="0">
                <a:srgbClr val="004F59">
                  <a:lumMod val="80999"/>
                </a:srgbClr>
              </a:gs>
              <a:gs pos="77000">
                <a:srgbClr val="000A0A">
                  <a:lumMod val="85101"/>
                </a:srgbClr>
              </a:gs>
              <a:gs pos="36000">
                <a:schemeClr val="accent2">
                  <a:lumMod val="0"/>
                </a:schemeClr>
              </a:gs>
              <a:gs pos="100000">
                <a:schemeClr val="accent2">
                  <a:lumMod val="35000"/>
                </a:schemeClr>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4"/>
          </a:p>
        </p:txBody>
      </p:sp>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9" y="1589"/>
                        <a:ext cx="1588" cy="1588"/>
                      </a:xfrm>
                      <a:prstGeom prst="rect">
                        <a:avLst/>
                      </a:prstGeom>
                    </p:spPr>
                  </p:pic>
                </p:oleObj>
              </mc:Fallback>
            </mc:AlternateContent>
          </a:graphicData>
        </a:graphic>
      </p:graphicFrame>
      <p:sp>
        <p:nvSpPr>
          <p:cNvPr id="4" name="Text Placeholder 8">
            <a:extLst>
              <a:ext uri="{FF2B5EF4-FFF2-40B4-BE49-F238E27FC236}">
                <a16:creationId xmlns:a16="http://schemas.microsoft.com/office/drawing/2014/main" id="{A34C2DE6-EC31-BE01-7BD2-58B7EEBECCD3}"/>
              </a:ext>
            </a:extLst>
          </p:cNvPr>
          <p:cNvSpPr>
            <a:spLocks noGrp="1"/>
          </p:cNvSpPr>
          <p:nvPr>
            <p:ph type="body" sz="quarter" idx="13" hasCustomPrompt="1"/>
          </p:nvPr>
        </p:nvSpPr>
        <p:spPr>
          <a:xfrm>
            <a:off x="457200" y="684000"/>
            <a:ext cx="11274552" cy="246221"/>
          </a:xfrm>
          <a:prstGeom prst="rect">
            <a:avLst/>
          </a:prstGeom>
        </p:spPr>
        <p:txBody>
          <a:bodyPr lIns="0" tIns="0" rIns="0" bIns="0" anchor="t" anchorCtr="0">
            <a:spAutoFit/>
          </a:bodyPr>
          <a:lstStyle>
            <a:lvl1pPr marL="0" indent="0">
              <a:spcBef>
                <a:spcPts val="0"/>
              </a:spcBef>
              <a:spcAft>
                <a:spcPts val="0"/>
              </a:spcAft>
              <a:buNone/>
              <a:defRPr sz="1600" b="0">
                <a:solidFill>
                  <a:schemeClr val="bg1"/>
                </a:solidFill>
                <a:latin typeface="Aptos" panose="020B0004020202020204" pitchFamily="34" charset="0"/>
              </a:defRPr>
            </a:lvl1pPr>
          </a:lstStyle>
          <a:p>
            <a:pPr lvl="0"/>
            <a:r>
              <a:rPr lang="en-US"/>
              <a:t>Click to add subtitle</a:t>
            </a:r>
          </a:p>
        </p:txBody>
      </p:sp>
      <p:sp>
        <p:nvSpPr>
          <p:cNvPr id="5" name="Title Placeholder 1">
            <a:extLst>
              <a:ext uri="{FF2B5EF4-FFF2-40B4-BE49-F238E27FC236}">
                <a16:creationId xmlns:a16="http://schemas.microsoft.com/office/drawing/2014/main" id="{85EDC7F0-9BB1-04C7-EBDD-062EA8D6AD70}"/>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a:t>Click to add title</a:t>
            </a:r>
          </a:p>
        </p:txBody>
      </p:sp>
      <p:sp>
        <p:nvSpPr>
          <p:cNvPr id="3" name="Copyright">
            <a:extLst>
              <a:ext uri="{FF2B5EF4-FFF2-40B4-BE49-F238E27FC236}">
                <a16:creationId xmlns:a16="http://schemas.microsoft.com/office/drawing/2014/main" id="{ACA133C0-D35E-9B50-357D-5C3671795C70}"/>
              </a:ext>
            </a:extLst>
          </p:cNvPr>
          <p:cNvSpPr txBox="1"/>
          <p:nvPr userDrawn="1"/>
        </p:nvSpPr>
        <p:spPr>
          <a:xfrm>
            <a:off x="457200" y="6519672"/>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Copyright © 2026 Deloitte MCS Limited. All rights reserved.</a:t>
            </a:r>
          </a:p>
        </p:txBody>
      </p:sp>
      <p:sp>
        <p:nvSpPr>
          <p:cNvPr id="6" name="TextBox 5">
            <a:extLst>
              <a:ext uri="{FF2B5EF4-FFF2-40B4-BE49-F238E27FC236}">
                <a16:creationId xmlns:a16="http://schemas.microsoft.com/office/drawing/2014/main" id="{1A08709D-FE1D-4703-8112-7845B1937CD0}"/>
              </a:ext>
            </a:extLst>
          </p:cNvPr>
          <p:cNvSpPr txBox="1"/>
          <p:nvPr userDrawn="1"/>
        </p:nvSpPr>
        <p:spPr>
          <a:xfrm>
            <a:off x="11426827" y="6519675"/>
            <a:ext cx="307975" cy="123111"/>
          </a:xfrm>
          <a:prstGeom prst="rect">
            <a:avLst/>
          </a:prstGeom>
          <a:noFill/>
        </p:spPr>
        <p:txBody>
          <a:bodyPr wrap="square" lIns="0" tIns="0" rIns="0" bIns="0" rtlCol="0">
            <a:spAutoFit/>
          </a:bodyPr>
          <a:lstStyle/>
          <a:p>
            <a:pPr marL="0" indent="0" algn="r">
              <a:spcBef>
                <a:spcPts val="451"/>
              </a:spcBef>
              <a:buSzPct val="100000"/>
              <a:buFont typeface="Arial"/>
              <a:buNone/>
            </a:pPr>
            <a:fld id="{C58DF478-B544-4ED8-9ED4-6A2648E2D233}" type="slidenum">
              <a:rPr lang="en-US" sz="800" noProof="0" smtClean="0">
                <a:solidFill>
                  <a:schemeClr val="bg1"/>
                </a:solidFill>
                <a:latin typeface="Aptos" panose="020B0004020202020204" pitchFamily="34" charset="0"/>
                <a:cs typeface="Calibri" panose="020F0502020204030204" pitchFamily="34" charset="0"/>
              </a:rPr>
              <a:pPr marL="0" indent="0" algn="r">
                <a:spcBef>
                  <a:spcPts val="451"/>
                </a:spcBef>
                <a:buSzPct val="100000"/>
                <a:buFont typeface="Arial"/>
                <a:buNone/>
              </a:pPr>
              <a:t>‹#›</a:t>
            </a:fld>
            <a:endParaRPr lang="en-US" sz="800" noProof="0">
              <a:solidFill>
                <a:schemeClr val="bg1"/>
              </a:solidFill>
              <a:latin typeface="Aptos" panose="020B0004020202020204" pitchFamily="34" charset="0"/>
              <a:cs typeface="Calibri" panose="020F0502020204030204" pitchFamily="34" charset="0"/>
            </a:endParaRPr>
          </a:p>
        </p:txBody>
      </p:sp>
    </p:spTree>
    <p:extLst>
      <p:ext uri="{BB962C8B-B14F-4D97-AF65-F5344CB8AC3E}">
        <p14:creationId xmlns:p14="http://schemas.microsoft.com/office/powerpoint/2010/main" val="1519982730"/>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Title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ADFBE1A5-BFA8-2C05-4101-33A4231D84A9}"/>
              </a:ext>
            </a:extLst>
          </p:cNvPr>
          <p:cNvPicPr>
            <a:picLocks noChangeAspect="1"/>
          </p:cNvPicPr>
          <p:nvPr userDrawn="1"/>
        </p:nvPicPr>
        <p:blipFill rotWithShape="1">
          <a:blip r:embed="rId2" cstate="screen">
            <a:alphaModFix amt="70000"/>
            <a:extLst>
              <a:ext uri="{28A0092B-C50C-407E-A947-70E740481C1C}">
                <a14:useLocalDpi xmlns:a14="http://schemas.microsoft.com/office/drawing/2010/main"/>
              </a:ext>
            </a:extLst>
          </a:blip>
          <a:srcRect/>
          <a:stretch/>
        </p:blipFill>
        <p:spPr>
          <a:xfrm>
            <a:off x="1" y="0"/>
            <a:ext cx="12192000" cy="6858000"/>
          </a:xfrm>
          <a:prstGeom prst="rect">
            <a:avLst/>
          </a:prstGeom>
        </p:spPr>
      </p:pic>
      <p:pic>
        <p:nvPicPr>
          <p:cNvPr id="4" name="Picture 3">
            <a:extLst>
              <a:ext uri="{FF2B5EF4-FFF2-40B4-BE49-F238E27FC236}">
                <a16:creationId xmlns:a16="http://schemas.microsoft.com/office/drawing/2014/main" id="{2E56818A-FD0A-DB4A-07B4-7672318DBF6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4443046" y="-1"/>
            <a:ext cx="7748954" cy="6858001"/>
          </a:xfrm>
          <a:prstGeom prst="rect">
            <a:avLst/>
          </a:prstGeom>
        </p:spPr>
      </p:pic>
      <p:sp>
        <p:nvSpPr>
          <p:cNvPr id="6" name="Slide Number Placeholder 5">
            <a:extLst>
              <a:ext uri="{FF2B5EF4-FFF2-40B4-BE49-F238E27FC236}">
                <a16:creationId xmlns:a16="http://schemas.microsoft.com/office/drawing/2014/main" id="{43B423A2-99C7-5353-6409-5DB49901A2D1}"/>
              </a:ext>
            </a:extLst>
          </p:cNvPr>
          <p:cNvSpPr>
            <a:spLocks noGrp="1"/>
          </p:cNvSpPr>
          <p:nvPr>
            <p:ph type="sldNum" sz="quarter" idx="12"/>
          </p:nvPr>
        </p:nvSpPr>
        <p:spPr/>
        <p:txBody>
          <a:bodyPr/>
          <a:lstStyle>
            <a:lvl1pPr>
              <a:defRPr>
                <a:solidFill>
                  <a:schemeClr val="bg1"/>
                </a:solidFill>
              </a:defRPr>
            </a:lvl1pPr>
          </a:lstStyle>
          <a:p>
            <a:fld id="{6888F3F1-57AE-6248-B8CC-FDCCA966097E}" type="slidenum">
              <a:rPr lang="en-US" smtClean="0"/>
              <a:pPr/>
              <a:t>‹#›</a:t>
            </a:fld>
            <a:endParaRPr lang="en-US"/>
          </a:p>
        </p:txBody>
      </p:sp>
      <p:sp>
        <p:nvSpPr>
          <p:cNvPr id="8" name="Copyright">
            <a:extLst>
              <a:ext uri="{FF2B5EF4-FFF2-40B4-BE49-F238E27FC236}">
                <a16:creationId xmlns:a16="http://schemas.microsoft.com/office/drawing/2014/main" id="{7A5A41D1-8AB5-832F-0498-9009C69B546C}"/>
              </a:ext>
            </a:extLst>
          </p:cNvPr>
          <p:cNvSpPr txBox="1"/>
          <p:nvPr userDrawn="1"/>
        </p:nvSpPr>
        <p:spPr>
          <a:xfrm>
            <a:off x="836929" y="6477001"/>
            <a:ext cx="5355168" cy="123111"/>
          </a:xfrm>
          <a:prstGeom prst="rect">
            <a:avLst/>
          </a:prstGeom>
          <a:noFill/>
        </p:spPr>
        <p:txBody>
          <a:bodyPr wrap="square" lIns="0" tIns="0" rIns="0" bIns="0" rtlCol="0">
            <a:spAutoFit/>
          </a:bodyPr>
          <a:lstStyle/>
          <a:p>
            <a:pPr marL="0" indent="0">
              <a:spcBef>
                <a:spcPts val="600"/>
              </a:spcBef>
              <a:buSzPct val="100000"/>
              <a:buFont typeface="Arial"/>
              <a:buNone/>
            </a:pPr>
            <a:r>
              <a:rPr lang="en-US" sz="800" noProof="0">
                <a:solidFill>
                  <a:schemeClr val="bg1"/>
                </a:solidFill>
                <a:latin typeface="Calibri" panose="020F0502020204030204" pitchFamily="34" charset="0"/>
                <a:cs typeface="Calibri" panose="020F0502020204030204" pitchFamily="34" charset="0"/>
              </a:rPr>
              <a:t>Copyright © 2026 Deloitte Development LLC. All rights reserved.</a:t>
            </a:r>
          </a:p>
        </p:txBody>
      </p:sp>
      <p:sp>
        <p:nvSpPr>
          <p:cNvPr id="11" name="Title 1">
            <a:extLst>
              <a:ext uri="{FF2B5EF4-FFF2-40B4-BE49-F238E27FC236}">
                <a16:creationId xmlns:a16="http://schemas.microsoft.com/office/drawing/2014/main" id="{30C7B107-143F-4458-1409-A71ED3D67841}"/>
              </a:ext>
            </a:extLst>
          </p:cNvPr>
          <p:cNvSpPr>
            <a:spLocks noGrp="1"/>
          </p:cNvSpPr>
          <p:nvPr>
            <p:ph type="title" hasCustomPrompt="1"/>
          </p:nvPr>
        </p:nvSpPr>
        <p:spPr>
          <a:xfrm>
            <a:off x="831850" y="1709738"/>
            <a:ext cx="3124514" cy="2852737"/>
          </a:xfrm>
        </p:spPr>
        <p:txBody>
          <a:bodyPr anchor="t">
            <a:normAutofit/>
          </a:bodyPr>
          <a:lstStyle>
            <a:lvl1pPr>
              <a:defRPr sz="3600" b="0" i="0">
                <a:solidFill>
                  <a:schemeClr val="bg1"/>
                </a:solidFill>
                <a:latin typeface="+mj-lt"/>
                <a:ea typeface="Open Sans Condensed Light" panose="020B0306030504020204" pitchFamily="34" charset="0"/>
                <a:cs typeface="Open Sans Condensed Light" panose="020B0306030504020204" pitchFamily="34" charset="0"/>
              </a:defRPr>
            </a:lvl1pPr>
          </a:lstStyle>
          <a:p>
            <a:r>
              <a:rPr lang="en-US"/>
              <a:t>CLICK TO EDIT MASTER TITLE STYLE</a:t>
            </a:r>
          </a:p>
        </p:txBody>
      </p:sp>
      <p:sp>
        <p:nvSpPr>
          <p:cNvPr id="12" name="Text Placeholder 2">
            <a:extLst>
              <a:ext uri="{FF2B5EF4-FFF2-40B4-BE49-F238E27FC236}">
                <a16:creationId xmlns:a16="http://schemas.microsoft.com/office/drawing/2014/main" id="{5ED69E5C-1026-DC5F-2D8D-4E3535FB2929}"/>
              </a:ext>
            </a:extLst>
          </p:cNvPr>
          <p:cNvSpPr>
            <a:spLocks noGrp="1"/>
          </p:cNvSpPr>
          <p:nvPr>
            <p:ph type="body" idx="1"/>
          </p:nvPr>
        </p:nvSpPr>
        <p:spPr>
          <a:xfrm>
            <a:off x="844550" y="4600095"/>
            <a:ext cx="5251450" cy="1500187"/>
          </a:xfrm>
        </p:spPr>
        <p:txBody>
          <a:bodyPr/>
          <a:lstStyle>
            <a:lvl1pPr marL="0" indent="0">
              <a:buNone/>
              <a:defRPr sz="2400">
                <a:solidFill>
                  <a:schemeClr val="bg1"/>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21273530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Title slide - White">
    <p:bg bwMode="gray">
      <p:bgPr>
        <a:solidFill>
          <a:schemeClr val="bg1"/>
        </a:solidFill>
        <a:effectLst/>
      </p:bgPr>
    </p:bg>
    <p:spTree>
      <p:nvGrpSpPr>
        <p:cNvPr id="1" name=""/>
        <p:cNvGrpSpPr/>
        <p:nvPr/>
      </p:nvGrpSpPr>
      <p:grpSpPr>
        <a:xfrm>
          <a:off x="0" y="0"/>
          <a:ext cx="0" cy="0"/>
          <a:chOff x="0" y="0"/>
          <a:chExt cx="0" cy="0"/>
        </a:xfrm>
      </p:grpSpPr>
      <p:pic>
        <p:nvPicPr>
          <p:cNvPr id="4" name="Picture 3" descr="Deloitte logo">
            <a:extLst>
              <a:ext uri="{FF2B5EF4-FFF2-40B4-BE49-F238E27FC236}">
                <a16:creationId xmlns:a16="http://schemas.microsoft.com/office/drawing/2014/main" id="{885222D5-1719-1676-C66A-2EB4C1E3DBD8}"/>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112692" y="-5466"/>
            <a:ext cx="2779773" cy="1308222"/>
          </a:xfrm>
          <a:prstGeom prst="rect">
            <a:avLst/>
          </a:prstGeom>
        </p:spPr>
      </p:pic>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add secondary text</a:t>
            </a:r>
          </a:p>
        </p:txBody>
      </p:sp>
      <p:sp>
        <p:nvSpPr>
          <p:cNvPr id="44" name="Picture Placeholder 8">
            <a:extLst>
              <a:ext uri="{FF2B5EF4-FFF2-40B4-BE49-F238E27FC236}">
                <a16:creationId xmlns:a16="http://schemas.microsoft.com/office/drawing/2014/main" id="{932C736B-20BB-4603-9DD1-FEB85AD9DC39}"/>
              </a:ext>
            </a:extLst>
          </p:cNvPr>
          <p:cNvSpPr>
            <a:spLocks noGrp="1"/>
          </p:cNvSpPr>
          <p:nvPr>
            <p:ph type="pic" sz="quarter" idx="11"/>
          </p:nvPr>
        </p:nvSpPr>
        <p:spPr>
          <a:xfrm>
            <a:off x="3328797" y="698373"/>
            <a:ext cx="5544000" cy="5544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3373311747"/>
      </p:ext>
    </p:extLst>
  </p:cSld>
  <p:clrMapOvr>
    <a:masterClrMapping/>
  </p:clrMapOvr>
  <p:transition>
    <p:fade/>
  </p:transition>
  <p:hf hdr="0" dt="0"/>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FD7C1F3-1623-8D8F-9E86-690FBADEBEB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4" name="Picture 3" descr="Deloitte logo">
            <a:extLst>
              <a:ext uri="{FF2B5EF4-FFF2-40B4-BE49-F238E27FC236}">
                <a16:creationId xmlns:a16="http://schemas.microsoft.com/office/drawing/2014/main" id="{885222D5-1719-1676-C66A-2EB4C1E3DBD8}"/>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112692" y="-5466"/>
            <a:ext cx="2779773" cy="1308221"/>
          </a:xfrm>
          <a:prstGeom prst="rect">
            <a:avLst/>
          </a:prstGeom>
        </p:spPr>
      </p:pic>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1"/>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bg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add secondary text</a:t>
            </a:r>
          </a:p>
        </p:txBody>
      </p:sp>
    </p:spTree>
    <p:extLst>
      <p:ext uri="{BB962C8B-B14F-4D97-AF65-F5344CB8AC3E}">
        <p14:creationId xmlns:p14="http://schemas.microsoft.com/office/powerpoint/2010/main" val="3566694690"/>
      </p:ext>
    </p:extLst>
  </p:cSld>
  <p:clrMapOvr>
    <a:masterClrMapping/>
  </p:clrMapOvr>
  <p:transition>
    <p:fade/>
  </p:transition>
  <p:hf hdr="0" dt="0"/>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Title slide - Black">
    <p:bg bwMode="gray">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FD7C1F3-1623-8D8F-9E86-690FBADEBEB0}"/>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4" name="Picture 3" descr="Deloitte logo">
            <a:extLst>
              <a:ext uri="{FF2B5EF4-FFF2-40B4-BE49-F238E27FC236}">
                <a16:creationId xmlns:a16="http://schemas.microsoft.com/office/drawing/2014/main" id="{885222D5-1719-1676-C66A-2EB4C1E3DBD8}"/>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112692" y="-5466"/>
            <a:ext cx="2779773" cy="1308221"/>
          </a:xfrm>
          <a:prstGeom prst="rect">
            <a:avLst/>
          </a:prstGeom>
        </p:spPr>
      </p:pic>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1"/>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bg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add secondary text</a:t>
            </a:r>
          </a:p>
        </p:txBody>
      </p:sp>
    </p:spTree>
    <p:extLst>
      <p:ext uri="{BB962C8B-B14F-4D97-AF65-F5344CB8AC3E}">
        <p14:creationId xmlns:p14="http://schemas.microsoft.com/office/powerpoint/2010/main" val="849084242"/>
      </p:ext>
    </p:extLst>
  </p:cSld>
  <p:clrMapOvr>
    <a:masterClrMapping/>
  </p:clrMapOvr>
  <p:transition>
    <p:fade/>
  </p:transition>
  <p:hf hdr="0" dt="0"/>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Title slide - Full bleed image">
    <p:bg bwMode="gray">
      <p:bgPr>
        <a:solidFill>
          <a:schemeClr val="tx1"/>
        </a:solidFill>
        <a:effectLst/>
      </p:bgPr>
    </p:bg>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A239FF85-CD49-BB35-3695-75C424AD973D}"/>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a:t>Click icon to add picture</a:t>
            </a:r>
          </a:p>
        </p:txBody>
      </p:sp>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1"/>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bg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add secondary text</a:t>
            </a:r>
          </a:p>
        </p:txBody>
      </p:sp>
    </p:spTree>
    <p:extLst>
      <p:ext uri="{BB962C8B-B14F-4D97-AF65-F5344CB8AC3E}">
        <p14:creationId xmlns:p14="http://schemas.microsoft.com/office/powerpoint/2010/main" val="2898115137"/>
      </p:ext>
    </p:extLst>
  </p:cSld>
  <p:clrMapOvr>
    <a:masterClrMapping/>
  </p:clrMapOvr>
  <p:transition>
    <p:fade/>
  </p:transition>
  <p:hf hdr="0" dt="0"/>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Divider - Deloitte Green">
    <p:bg bwMode="gray">
      <p:bgPr>
        <a:solidFill>
          <a:schemeClr val="accent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hasCustomPrompt="1"/>
          </p:nvPr>
        </p:nvSpPr>
        <p:spPr bwMode="gray">
          <a:xfrm>
            <a:off x="457200" y="1682496"/>
            <a:ext cx="11274552" cy="1592403"/>
          </a:xfrm>
          <a:prstGeom prst="rect">
            <a:avLst/>
          </a:prstGeom>
        </p:spPr>
        <p:txBody>
          <a:bodyPr vert="horz" anchor="b"/>
          <a:lstStyle>
            <a:lvl1pPr>
              <a:lnSpc>
                <a:spcPct val="95000"/>
              </a:lnSpc>
              <a:defRPr sz="3600" b="1">
                <a:solidFill>
                  <a:schemeClr val="tx1"/>
                </a:solidFill>
                <a:latin typeface="Aptos" panose="020B0004020202020204" pitchFamily="34" charset="0"/>
                <a:ea typeface="Open Sans" panose="020B0606030504020204" pitchFamily="34" charset="0"/>
                <a:cs typeface="Open Sans" panose="020B0606030504020204" pitchFamily="34" charset="0"/>
              </a:defRPr>
            </a:lvl1pPr>
          </a:lstStyle>
          <a:p>
            <a:r>
              <a:rPr lang="en-US" noProof="0"/>
              <a:t>Click to add title</a:t>
            </a:r>
          </a:p>
        </p:txBody>
      </p:sp>
      <p:sp>
        <p:nvSpPr>
          <p:cNvPr id="3" name="Text Placeholder 2"/>
          <p:cNvSpPr>
            <a:spLocks noGrp="1"/>
          </p:cNvSpPr>
          <p:nvPr>
            <p:ph type="body" idx="1" hasCustomPrompt="1"/>
          </p:nvPr>
        </p:nvSpPr>
        <p:spPr bwMode="gray">
          <a:xfrm>
            <a:off x="457200" y="3451572"/>
            <a:ext cx="11274552" cy="1566532"/>
          </a:xfrm>
        </p:spPr>
        <p:txBody>
          <a:bodyPr lIns="0" tIns="0" rIns="0" bIns="0">
            <a:noAutofit/>
          </a:bodyPr>
          <a:lstStyle>
            <a:lvl1pPr marL="0" indent="0">
              <a:lnSpc>
                <a:spcPct val="95000"/>
              </a:lnSpc>
              <a:spcAft>
                <a:spcPts val="0"/>
              </a:spcAft>
              <a:buNone/>
              <a:defRPr sz="3600" b="0">
                <a:solidFill>
                  <a:schemeClr val="tx1"/>
                </a:solidFill>
                <a:latin typeface="Aptos" panose="020B0004020202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add subtitle</a:t>
            </a:r>
          </a:p>
        </p:txBody>
      </p:sp>
      <p:sp>
        <p:nvSpPr>
          <p:cNvPr id="9" name="Copyright">
            <a:extLst>
              <a:ext uri="{FF2B5EF4-FFF2-40B4-BE49-F238E27FC236}">
                <a16:creationId xmlns:a16="http://schemas.microsoft.com/office/drawing/2014/main" id="{80879667-8E19-0A8A-570B-A31B8E1A0A23}"/>
              </a:ext>
            </a:extLst>
          </p:cNvPr>
          <p:cNvSpPr txBox="1"/>
          <p:nvPr/>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tx1"/>
                </a:solidFill>
                <a:latin typeface="Aptos" panose="020B0004020202020204" pitchFamily="34" charset="0"/>
                <a:cs typeface="Calibri" panose="020F0502020204030204" pitchFamily="34" charset="0"/>
              </a:rPr>
              <a:t>Member firms and DTTL: Insert appropriate copyright</a:t>
            </a:r>
            <a:br>
              <a:rPr lang="en-US" sz="800" noProof="0">
                <a:solidFill>
                  <a:schemeClr val="tx1"/>
                </a:solidFill>
                <a:latin typeface="Aptos" panose="020B0004020202020204" pitchFamily="34" charset="0"/>
                <a:cs typeface="Calibri" panose="020F0502020204030204" pitchFamily="34" charset="0"/>
              </a:rPr>
            </a:br>
            <a:r>
              <a:rPr lang="en-US" sz="800" noProof="0">
                <a:solidFill>
                  <a:schemeClr val="tx1"/>
                </a:solidFill>
                <a:latin typeface="Aptos" panose="020B0004020202020204" pitchFamily="34" charset="0"/>
                <a:cs typeface="Calibri" panose="020F0502020204030204" pitchFamily="34" charset="0"/>
              </a:rPr>
              <a:t>[To edit, click View &gt; Slide Master &gt; Slide Master]</a:t>
            </a:r>
          </a:p>
        </p:txBody>
      </p:sp>
      <p:sp>
        <p:nvSpPr>
          <p:cNvPr id="10" name="TextBox 9">
            <a:extLst>
              <a:ext uri="{FF2B5EF4-FFF2-40B4-BE49-F238E27FC236}">
                <a16:creationId xmlns:a16="http://schemas.microsoft.com/office/drawing/2014/main" id="{73651E4B-6F26-F51C-0F00-AA71F4B0CCCE}"/>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tx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tx1"/>
              </a:solidFill>
              <a:latin typeface="Aptos" panose="020B0004020202020204" pitchFamily="34" charset="0"/>
              <a:cs typeface="Calibri" panose="020F0502020204030204" pitchFamily="34" charset="0"/>
            </a:endParaRPr>
          </a:p>
        </p:txBody>
      </p:sp>
    </p:spTree>
    <p:extLst>
      <p:ext uri="{BB962C8B-B14F-4D97-AF65-F5344CB8AC3E}">
        <p14:creationId xmlns:p14="http://schemas.microsoft.com/office/powerpoint/2010/main" val="2865333467"/>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Divider - Deloitte Accessible Green">
    <p:bg bwMode="gray">
      <p:bgPr>
        <a:solidFill>
          <a:schemeClr val="accent3"/>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hasCustomPrompt="1"/>
          </p:nvPr>
        </p:nvSpPr>
        <p:spPr bwMode="gray">
          <a:xfrm>
            <a:off x="457200" y="1682496"/>
            <a:ext cx="11274552" cy="1592403"/>
          </a:xfrm>
          <a:prstGeom prst="rect">
            <a:avLst/>
          </a:prstGeom>
        </p:spPr>
        <p:txBody>
          <a:bodyPr vert="horz" anchor="b"/>
          <a:lstStyle>
            <a:lvl1pPr>
              <a:lnSpc>
                <a:spcPct val="95000"/>
              </a:lnSpc>
              <a:defRPr sz="3600" b="1">
                <a:solidFill>
                  <a:schemeClr val="bg1"/>
                </a:solidFill>
                <a:latin typeface="Aptos" panose="020B0004020202020204" pitchFamily="34" charset="0"/>
                <a:ea typeface="Open Sans" panose="020B0606030504020204" pitchFamily="34" charset="0"/>
                <a:cs typeface="Open Sans" panose="020B0606030504020204" pitchFamily="34" charset="0"/>
              </a:defRPr>
            </a:lvl1pPr>
          </a:lstStyle>
          <a:p>
            <a:r>
              <a:rPr lang="en-US" noProof="0"/>
              <a:t>Click to add title</a:t>
            </a:r>
          </a:p>
        </p:txBody>
      </p:sp>
      <p:sp>
        <p:nvSpPr>
          <p:cNvPr id="3" name="Text Placeholder 2"/>
          <p:cNvSpPr>
            <a:spLocks noGrp="1"/>
          </p:cNvSpPr>
          <p:nvPr>
            <p:ph type="body" idx="1" hasCustomPrompt="1"/>
          </p:nvPr>
        </p:nvSpPr>
        <p:spPr bwMode="gray">
          <a:xfrm>
            <a:off x="457200" y="3456432"/>
            <a:ext cx="11304000" cy="1566532"/>
          </a:xfrm>
        </p:spPr>
        <p:txBody>
          <a:bodyPr lIns="0" tIns="0" rIns="0" bIns="0">
            <a:noAutofit/>
          </a:bodyPr>
          <a:lstStyle>
            <a:lvl1pPr marL="0" indent="0">
              <a:lnSpc>
                <a:spcPct val="95000"/>
              </a:lnSpc>
              <a:spcAft>
                <a:spcPts val="0"/>
              </a:spcAft>
              <a:buNone/>
              <a:defRPr sz="3600" b="0">
                <a:solidFill>
                  <a:schemeClr val="bg1"/>
                </a:solidFill>
                <a:latin typeface="Aptos" panose="020B0004020202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add subtitle</a:t>
            </a:r>
          </a:p>
        </p:txBody>
      </p:sp>
      <p:sp>
        <p:nvSpPr>
          <p:cNvPr id="9" name="Copyright">
            <a:extLst>
              <a:ext uri="{FF2B5EF4-FFF2-40B4-BE49-F238E27FC236}">
                <a16:creationId xmlns:a16="http://schemas.microsoft.com/office/drawing/2014/main" id="{007BB995-EE99-3880-DCE6-C93F71A128CE}"/>
              </a:ext>
            </a:extLst>
          </p:cNvPr>
          <p:cNvSpPr txBox="1"/>
          <p:nvPr/>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Member firms and DTTL: Insert appropriate copyright</a:t>
            </a:r>
            <a:br>
              <a:rPr lang="en-US" sz="800" noProof="0">
                <a:solidFill>
                  <a:schemeClr val="bg1"/>
                </a:solidFill>
                <a:latin typeface="Aptos" panose="020B0004020202020204" pitchFamily="34" charset="0"/>
                <a:cs typeface="Calibri" panose="020F0502020204030204" pitchFamily="34" charset="0"/>
              </a:rPr>
            </a:br>
            <a:r>
              <a:rPr lang="en-US" sz="800" noProof="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10" name="TextBox 9">
            <a:extLst>
              <a:ext uri="{FF2B5EF4-FFF2-40B4-BE49-F238E27FC236}">
                <a16:creationId xmlns:a16="http://schemas.microsoft.com/office/drawing/2014/main" id="{561CC79A-BB5E-1920-0382-D1E9D54533B4}"/>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bg1"/>
              </a:solidFill>
              <a:latin typeface="Aptos" panose="020B0004020202020204" pitchFamily="34" charset="0"/>
              <a:cs typeface="Calibri" panose="020F0502020204030204" pitchFamily="34" charset="0"/>
            </a:endParaRPr>
          </a:p>
        </p:txBody>
      </p:sp>
    </p:spTree>
    <p:extLst>
      <p:ext uri="{BB962C8B-B14F-4D97-AF65-F5344CB8AC3E}">
        <p14:creationId xmlns:p14="http://schemas.microsoft.com/office/powerpoint/2010/main" val="1394646236"/>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Divider - Deloitte Accessible Teal">
    <p:bg bwMode="gray">
      <p:bgPr>
        <a:solidFill>
          <a:schemeClr val="accent5"/>
        </a:solidFill>
        <a:effectLst/>
      </p:bgPr>
    </p:bg>
    <p:spTree>
      <p:nvGrpSpPr>
        <p:cNvPr id="1" name=""/>
        <p:cNvGrpSpPr/>
        <p:nvPr/>
      </p:nvGrpSpPr>
      <p:grpSpPr>
        <a:xfrm>
          <a:off x="0" y="0"/>
          <a:ext cx="0" cy="0"/>
          <a:chOff x="0" y="0"/>
          <a:chExt cx="0" cy="0"/>
        </a:xfrm>
      </p:grpSpPr>
      <p:sp>
        <p:nvSpPr>
          <p:cNvPr id="8" name="Copyright">
            <a:extLst>
              <a:ext uri="{FF2B5EF4-FFF2-40B4-BE49-F238E27FC236}">
                <a16:creationId xmlns:a16="http://schemas.microsoft.com/office/drawing/2014/main" id="{EFB2FD2C-2339-18D3-FE74-70FF8DBE712E}"/>
              </a:ext>
            </a:extLst>
          </p:cNvPr>
          <p:cNvSpPr txBox="1"/>
          <p:nvPr/>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Member firms and DTTL: Insert appropriate copyright</a:t>
            </a:r>
            <a:br>
              <a:rPr lang="en-US" sz="800" noProof="0">
                <a:solidFill>
                  <a:schemeClr val="bg1"/>
                </a:solidFill>
                <a:latin typeface="Aptos" panose="020B0004020202020204" pitchFamily="34" charset="0"/>
                <a:cs typeface="Calibri" panose="020F0502020204030204" pitchFamily="34" charset="0"/>
              </a:rPr>
            </a:br>
            <a:r>
              <a:rPr lang="en-US" sz="800" noProof="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9" name="TextBox 8">
            <a:extLst>
              <a:ext uri="{FF2B5EF4-FFF2-40B4-BE49-F238E27FC236}">
                <a16:creationId xmlns:a16="http://schemas.microsoft.com/office/drawing/2014/main" id="{752674E4-36E3-6473-BA52-EF41006ED287}"/>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bg1"/>
              </a:solidFill>
              <a:latin typeface="Aptos" panose="020B0004020202020204" pitchFamily="34" charset="0"/>
              <a:cs typeface="Calibri" panose="020F0502020204030204" pitchFamily="34" charset="0"/>
            </a:endParaRPr>
          </a:p>
        </p:txBody>
      </p:sp>
      <p:sp>
        <p:nvSpPr>
          <p:cNvPr id="10" name="Title 1">
            <a:extLst>
              <a:ext uri="{FF2B5EF4-FFF2-40B4-BE49-F238E27FC236}">
                <a16:creationId xmlns:a16="http://schemas.microsoft.com/office/drawing/2014/main" id="{F60CC504-C642-CAD5-61BD-E184E479D19C}"/>
              </a:ext>
            </a:extLst>
          </p:cNvPr>
          <p:cNvSpPr>
            <a:spLocks noGrp="1"/>
          </p:cNvSpPr>
          <p:nvPr>
            <p:ph type="title" hasCustomPrompt="1"/>
          </p:nvPr>
        </p:nvSpPr>
        <p:spPr bwMode="gray">
          <a:xfrm>
            <a:off x="457200" y="1682496"/>
            <a:ext cx="11274552" cy="1592403"/>
          </a:xfrm>
          <a:prstGeom prst="rect">
            <a:avLst/>
          </a:prstGeom>
        </p:spPr>
        <p:txBody>
          <a:bodyPr vert="horz" anchor="b"/>
          <a:lstStyle>
            <a:lvl1pPr>
              <a:lnSpc>
                <a:spcPct val="95000"/>
              </a:lnSpc>
              <a:defRPr sz="3600" b="1">
                <a:solidFill>
                  <a:schemeClr val="bg1"/>
                </a:solidFill>
                <a:latin typeface="Aptos" panose="020B0004020202020204" pitchFamily="34" charset="0"/>
                <a:ea typeface="Open Sans" panose="020B0606030504020204" pitchFamily="34" charset="0"/>
                <a:cs typeface="Open Sans" panose="020B0606030504020204" pitchFamily="34" charset="0"/>
              </a:defRPr>
            </a:lvl1pPr>
          </a:lstStyle>
          <a:p>
            <a:r>
              <a:rPr lang="en-US" noProof="0"/>
              <a:t>Click to add title</a:t>
            </a:r>
          </a:p>
        </p:txBody>
      </p:sp>
      <p:sp>
        <p:nvSpPr>
          <p:cNvPr id="11" name="Text Placeholder 2">
            <a:extLst>
              <a:ext uri="{FF2B5EF4-FFF2-40B4-BE49-F238E27FC236}">
                <a16:creationId xmlns:a16="http://schemas.microsoft.com/office/drawing/2014/main" id="{BFD8C8D7-FC7E-145B-B314-E6EBE79FFB22}"/>
              </a:ext>
            </a:extLst>
          </p:cNvPr>
          <p:cNvSpPr>
            <a:spLocks noGrp="1"/>
          </p:cNvSpPr>
          <p:nvPr>
            <p:ph type="body" idx="1" hasCustomPrompt="1"/>
          </p:nvPr>
        </p:nvSpPr>
        <p:spPr bwMode="gray">
          <a:xfrm>
            <a:off x="457200" y="3456432"/>
            <a:ext cx="11304000" cy="1566532"/>
          </a:xfrm>
        </p:spPr>
        <p:txBody>
          <a:bodyPr lIns="0" tIns="0" rIns="0" bIns="0">
            <a:noAutofit/>
          </a:bodyPr>
          <a:lstStyle>
            <a:lvl1pPr marL="0" indent="0">
              <a:lnSpc>
                <a:spcPct val="95000"/>
              </a:lnSpc>
              <a:spcAft>
                <a:spcPts val="0"/>
              </a:spcAft>
              <a:buNone/>
              <a:defRPr sz="3600" b="0">
                <a:solidFill>
                  <a:schemeClr val="bg1"/>
                </a:solidFill>
                <a:latin typeface="Aptos" panose="020B0004020202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add subtitle</a:t>
            </a:r>
          </a:p>
        </p:txBody>
      </p:sp>
    </p:spTree>
    <p:extLst>
      <p:ext uri="{BB962C8B-B14F-4D97-AF65-F5344CB8AC3E}">
        <p14:creationId xmlns:p14="http://schemas.microsoft.com/office/powerpoint/2010/main" val="3170598659"/>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Divider - Deloitte Accessible Blue">
    <p:bg bwMode="gray">
      <p:bgPr>
        <a:solidFill>
          <a:schemeClr val="accent6"/>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89AEA1EB-B05E-844E-88AE-0B79DF479CCD}"/>
              </a:ext>
            </a:extLst>
          </p:cNvPr>
          <p:cNvSpPr txBox="1"/>
          <p:nvPr/>
        </p:nvSpPr>
        <p:spPr>
          <a:xfrm>
            <a:off x="457200" y="6519672"/>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Copyright © 2026 Deloitte MCS Limited. All rights reserved.</a:t>
            </a:r>
          </a:p>
        </p:txBody>
      </p:sp>
      <p:sp>
        <p:nvSpPr>
          <p:cNvPr id="7" name="TextBox 6">
            <a:extLst>
              <a:ext uri="{FF2B5EF4-FFF2-40B4-BE49-F238E27FC236}">
                <a16:creationId xmlns:a16="http://schemas.microsoft.com/office/drawing/2014/main" id="{F797C4E0-E9D0-9FCD-AFF6-A164148A4809}"/>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bg1"/>
              </a:solidFill>
              <a:latin typeface="Aptos" panose="020B0004020202020204" pitchFamily="34" charset="0"/>
              <a:cs typeface="Calibri" panose="020F0502020204030204" pitchFamily="34" charset="0"/>
            </a:endParaRPr>
          </a:p>
        </p:txBody>
      </p:sp>
      <p:sp>
        <p:nvSpPr>
          <p:cNvPr id="8" name="Title 1">
            <a:extLst>
              <a:ext uri="{FF2B5EF4-FFF2-40B4-BE49-F238E27FC236}">
                <a16:creationId xmlns:a16="http://schemas.microsoft.com/office/drawing/2014/main" id="{2AE58C20-370C-728D-70BA-DDC6ADA47228}"/>
              </a:ext>
            </a:extLst>
          </p:cNvPr>
          <p:cNvSpPr>
            <a:spLocks noGrp="1"/>
          </p:cNvSpPr>
          <p:nvPr>
            <p:ph type="title" hasCustomPrompt="1"/>
          </p:nvPr>
        </p:nvSpPr>
        <p:spPr bwMode="gray">
          <a:xfrm>
            <a:off x="457200" y="1682496"/>
            <a:ext cx="11274552" cy="1592403"/>
          </a:xfrm>
          <a:prstGeom prst="rect">
            <a:avLst/>
          </a:prstGeom>
        </p:spPr>
        <p:txBody>
          <a:bodyPr vert="horz" anchor="b"/>
          <a:lstStyle>
            <a:lvl1pPr>
              <a:lnSpc>
                <a:spcPct val="95000"/>
              </a:lnSpc>
              <a:defRPr sz="3600" b="1">
                <a:solidFill>
                  <a:schemeClr val="bg1"/>
                </a:solidFill>
                <a:latin typeface="Aptos" panose="020B0004020202020204" pitchFamily="34" charset="0"/>
                <a:ea typeface="Open Sans" panose="020B0606030504020204" pitchFamily="34" charset="0"/>
                <a:cs typeface="Open Sans" panose="020B0606030504020204" pitchFamily="34" charset="0"/>
              </a:defRPr>
            </a:lvl1pPr>
          </a:lstStyle>
          <a:p>
            <a:r>
              <a:rPr lang="en-US" noProof="0"/>
              <a:t>Click to add title</a:t>
            </a:r>
          </a:p>
        </p:txBody>
      </p:sp>
      <p:sp>
        <p:nvSpPr>
          <p:cNvPr id="9" name="Text Placeholder 2">
            <a:extLst>
              <a:ext uri="{FF2B5EF4-FFF2-40B4-BE49-F238E27FC236}">
                <a16:creationId xmlns:a16="http://schemas.microsoft.com/office/drawing/2014/main" id="{D692CE7D-8322-F37D-A263-8628F272E568}"/>
              </a:ext>
            </a:extLst>
          </p:cNvPr>
          <p:cNvSpPr>
            <a:spLocks noGrp="1"/>
          </p:cNvSpPr>
          <p:nvPr>
            <p:ph type="body" idx="1" hasCustomPrompt="1"/>
          </p:nvPr>
        </p:nvSpPr>
        <p:spPr bwMode="gray">
          <a:xfrm>
            <a:off x="457200" y="3456432"/>
            <a:ext cx="11304000" cy="1566532"/>
          </a:xfrm>
        </p:spPr>
        <p:txBody>
          <a:bodyPr lIns="0" tIns="0" rIns="0" bIns="0">
            <a:noAutofit/>
          </a:bodyPr>
          <a:lstStyle>
            <a:lvl1pPr marL="0" indent="0">
              <a:lnSpc>
                <a:spcPct val="95000"/>
              </a:lnSpc>
              <a:spcAft>
                <a:spcPts val="0"/>
              </a:spcAft>
              <a:buNone/>
              <a:defRPr sz="3600" b="0">
                <a:solidFill>
                  <a:schemeClr val="bg1"/>
                </a:solidFill>
                <a:latin typeface="Aptos" panose="020B0004020202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add subtitle</a:t>
            </a:r>
          </a:p>
        </p:txBody>
      </p:sp>
    </p:spTree>
    <p:extLst>
      <p:ext uri="{BB962C8B-B14F-4D97-AF65-F5344CB8AC3E}">
        <p14:creationId xmlns:p14="http://schemas.microsoft.com/office/powerpoint/2010/main" val="452495991"/>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Divider - Deloitte Black">
    <p:bg bwMode="gray">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F35D1E1-7A9C-AE7F-744F-00D2D0F3439B}"/>
              </a:ext>
            </a:extLst>
          </p:cNvPr>
          <p:cNvSpPr>
            <a:spLocks noGrp="1"/>
          </p:cNvSpPr>
          <p:nvPr>
            <p:ph type="title" hasCustomPrompt="1"/>
          </p:nvPr>
        </p:nvSpPr>
        <p:spPr bwMode="gray">
          <a:xfrm>
            <a:off x="457200" y="1682496"/>
            <a:ext cx="11274552" cy="1592403"/>
          </a:xfrm>
          <a:prstGeom prst="rect">
            <a:avLst/>
          </a:prstGeom>
        </p:spPr>
        <p:txBody>
          <a:bodyPr vert="horz" anchor="b"/>
          <a:lstStyle>
            <a:lvl1pPr>
              <a:lnSpc>
                <a:spcPct val="95000"/>
              </a:lnSpc>
              <a:defRPr sz="3600" b="1">
                <a:solidFill>
                  <a:schemeClr val="bg1"/>
                </a:solidFill>
                <a:latin typeface="Aptos" panose="020B0004020202020204" pitchFamily="34" charset="0"/>
                <a:ea typeface="Open Sans" panose="020B0606030504020204" pitchFamily="34" charset="0"/>
                <a:cs typeface="Open Sans" panose="020B0606030504020204" pitchFamily="34" charset="0"/>
              </a:defRPr>
            </a:lvl1pPr>
          </a:lstStyle>
          <a:p>
            <a:r>
              <a:rPr lang="en-US" noProof="0"/>
              <a:t>Click to add title</a:t>
            </a:r>
          </a:p>
        </p:txBody>
      </p:sp>
      <p:sp>
        <p:nvSpPr>
          <p:cNvPr id="12" name="Text Placeholder 2">
            <a:extLst>
              <a:ext uri="{FF2B5EF4-FFF2-40B4-BE49-F238E27FC236}">
                <a16:creationId xmlns:a16="http://schemas.microsoft.com/office/drawing/2014/main" id="{9D2CC364-3A56-4B32-F356-4C27AC2B9CA1}"/>
              </a:ext>
            </a:extLst>
          </p:cNvPr>
          <p:cNvSpPr>
            <a:spLocks noGrp="1"/>
          </p:cNvSpPr>
          <p:nvPr>
            <p:ph type="body" idx="1" hasCustomPrompt="1"/>
          </p:nvPr>
        </p:nvSpPr>
        <p:spPr bwMode="gray">
          <a:xfrm>
            <a:off x="457200" y="3456432"/>
            <a:ext cx="11304000" cy="1566532"/>
          </a:xfrm>
        </p:spPr>
        <p:txBody>
          <a:bodyPr lIns="0" tIns="0" rIns="0" bIns="0">
            <a:noAutofit/>
          </a:bodyPr>
          <a:lstStyle>
            <a:lvl1pPr marL="0" indent="0">
              <a:lnSpc>
                <a:spcPct val="95000"/>
              </a:lnSpc>
              <a:spcAft>
                <a:spcPts val="0"/>
              </a:spcAft>
              <a:buNone/>
              <a:defRPr sz="3600" b="0">
                <a:solidFill>
                  <a:schemeClr val="bg1"/>
                </a:solidFill>
                <a:latin typeface="Aptos" panose="020B0004020202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add subtitle</a:t>
            </a:r>
          </a:p>
        </p:txBody>
      </p:sp>
    </p:spTree>
    <p:extLst>
      <p:ext uri="{BB962C8B-B14F-4D97-AF65-F5344CB8AC3E}">
        <p14:creationId xmlns:p14="http://schemas.microsoft.com/office/powerpoint/2010/main" val="2722638395"/>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1_Divider - Deloitte Black">
    <p:bg bwMode="gray">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03ED046-AF18-82E4-7A21-15618FB8A3F2}"/>
              </a:ext>
            </a:extLst>
          </p:cNvPr>
          <p:cNvSpPr/>
          <p:nvPr userDrawn="1"/>
        </p:nvSpPr>
        <p:spPr>
          <a:xfrm>
            <a:off x="0" y="0"/>
            <a:ext cx="12192000" cy="6858000"/>
          </a:xfrm>
          <a:prstGeom prst="rect">
            <a:avLst/>
          </a:prstGeom>
          <a:gradFill flip="none" rotWithShape="1">
            <a:gsLst>
              <a:gs pos="0">
                <a:srgbClr val="004F59">
                  <a:lumMod val="94000"/>
                </a:srgbClr>
              </a:gs>
              <a:gs pos="66000">
                <a:srgbClr val="000A0A"/>
              </a:gs>
              <a:gs pos="36000">
                <a:schemeClr val="accent2">
                  <a:lumMod val="0"/>
                </a:schemeClr>
              </a:gs>
              <a:gs pos="100000">
                <a:schemeClr val="accent2">
                  <a:lumMod val="36000"/>
                </a:schemeClr>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F35D1E1-7A9C-AE7F-744F-00D2D0F3439B}"/>
              </a:ext>
            </a:extLst>
          </p:cNvPr>
          <p:cNvSpPr>
            <a:spLocks noGrp="1"/>
          </p:cNvSpPr>
          <p:nvPr>
            <p:ph type="title" hasCustomPrompt="1"/>
          </p:nvPr>
        </p:nvSpPr>
        <p:spPr bwMode="gray">
          <a:xfrm>
            <a:off x="457200" y="1682496"/>
            <a:ext cx="11274552" cy="1592403"/>
          </a:xfrm>
          <a:prstGeom prst="rect">
            <a:avLst/>
          </a:prstGeom>
        </p:spPr>
        <p:txBody>
          <a:bodyPr vert="horz" anchor="b"/>
          <a:lstStyle>
            <a:lvl1pPr>
              <a:lnSpc>
                <a:spcPct val="95000"/>
              </a:lnSpc>
              <a:defRPr sz="3600" b="1">
                <a:solidFill>
                  <a:schemeClr val="bg1"/>
                </a:solidFill>
                <a:latin typeface="Aptos" panose="020B0004020202020204" pitchFamily="34" charset="0"/>
                <a:ea typeface="Open Sans" panose="020B0606030504020204" pitchFamily="34" charset="0"/>
                <a:cs typeface="Open Sans" panose="020B0606030504020204" pitchFamily="34" charset="0"/>
              </a:defRPr>
            </a:lvl1pPr>
          </a:lstStyle>
          <a:p>
            <a:r>
              <a:rPr lang="en-US" noProof="0"/>
              <a:t>Click to add title</a:t>
            </a:r>
          </a:p>
        </p:txBody>
      </p:sp>
      <p:sp>
        <p:nvSpPr>
          <p:cNvPr id="12" name="Text Placeholder 2">
            <a:extLst>
              <a:ext uri="{FF2B5EF4-FFF2-40B4-BE49-F238E27FC236}">
                <a16:creationId xmlns:a16="http://schemas.microsoft.com/office/drawing/2014/main" id="{9D2CC364-3A56-4B32-F356-4C27AC2B9CA1}"/>
              </a:ext>
            </a:extLst>
          </p:cNvPr>
          <p:cNvSpPr>
            <a:spLocks noGrp="1"/>
          </p:cNvSpPr>
          <p:nvPr>
            <p:ph type="body" idx="1" hasCustomPrompt="1"/>
          </p:nvPr>
        </p:nvSpPr>
        <p:spPr bwMode="gray">
          <a:xfrm>
            <a:off x="457200" y="3456432"/>
            <a:ext cx="11304000" cy="1566532"/>
          </a:xfrm>
        </p:spPr>
        <p:txBody>
          <a:bodyPr lIns="0" tIns="0" rIns="0" bIns="0">
            <a:noAutofit/>
          </a:bodyPr>
          <a:lstStyle>
            <a:lvl1pPr marL="0" indent="0">
              <a:lnSpc>
                <a:spcPct val="95000"/>
              </a:lnSpc>
              <a:spcAft>
                <a:spcPts val="0"/>
              </a:spcAft>
              <a:buNone/>
              <a:defRPr sz="3600" b="0">
                <a:solidFill>
                  <a:schemeClr val="bg1"/>
                </a:solidFill>
                <a:latin typeface="Aptos" panose="020B0004020202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add subtitle</a:t>
            </a:r>
          </a:p>
        </p:txBody>
      </p:sp>
      <p:sp>
        <p:nvSpPr>
          <p:cNvPr id="3" name="Copyright">
            <a:extLst>
              <a:ext uri="{FF2B5EF4-FFF2-40B4-BE49-F238E27FC236}">
                <a16:creationId xmlns:a16="http://schemas.microsoft.com/office/drawing/2014/main" id="{DA565FA6-6FC4-DA9A-37B5-DC92ACD4F6A8}"/>
              </a:ext>
            </a:extLst>
          </p:cNvPr>
          <p:cNvSpPr txBox="1"/>
          <p:nvPr userDrawn="1"/>
        </p:nvSpPr>
        <p:spPr>
          <a:xfrm>
            <a:off x="457200" y="6519672"/>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Copyright © 2026 Deloitte MCS Limited. All rights reserved.</a:t>
            </a:r>
          </a:p>
        </p:txBody>
      </p:sp>
    </p:spTree>
    <p:extLst>
      <p:ext uri="{BB962C8B-B14F-4D97-AF65-F5344CB8AC3E}">
        <p14:creationId xmlns:p14="http://schemas.microsoft.com/office/powerpoint/2010/main" val="2977218222"/>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2_Divider - Deloitte Black">
    <p:bg bwMode="gray">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03ED046-AF18-82E4-7A21-15618FB8A3F2}"/>
              </a:ext>
            </a:extLst>
          </p:cNvPr>
          <p:cNvSpPr/>
          <p:nvPr userDrawn="1"/>
        </p:nvSpPr>
        <p:spPr>
          <a:xfrm>
            <a:off x="0" y="0"/>
            <a:ext cx="12192000" cy="6858000"/>
          </a:xfrm>
          <a:prstGeom prst="rect">
            <a:avLst/>
          </a:prstGeom>
          <a:gradFill flip="none" rotWithShape="1">
            <a:gsLst>
              <a:gs pos="0">
                <a:schemeClr val="accent4">
                  <a:lumMod val="42776"/>
                </a:schemeClr>
              </a:gs>
              <a:gs pos="76000">
                <a:srgbClr val="000A0A"/>
              </a:gs>
              <a:gs pos="37000">
                <a:schemeClr val="accent2">
                  <a:lumMod val="0"/>
                </a:schemeClr>
              </a:gs>
              <a:gs pos="100000">
                <a:schemeClr val="accent4">
                  <a:lumMod val="51851"/>
                </a:schemeClr>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D47FF02A-4494-EF84-B1FC-43791FDEBBEA}"/>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6060558" y="0"/>
            <a:ext cx="6131442" cy="6858000"/>
          </a:xfrm>
          <a:prstGeom prst="rect">
            <a:avLst/>
          </a:prstGeom>
        </p:spPr>
      </p:pic>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5" progId="TCLayout.ActiveDocument.1">
                  <p:embed/>
                </p:oleObj>
              </mc:Choice>
              <mc:Fallback>
                <p:oleObj name="think-cell Slide" r:id="rId4"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F35D1E1-7A9C-AE7F-744F-00D2D0F3439B}"/>
              </a:ext>
            </a:extLst>
          </p:cNvPr>
          <p:cNvSpPr>
            <a:spLocks noGrp="1"/>
          </p:cNvSpPr>
          <p:nvPr>
            <p:ph type="title" hasCustomPrompt="1"/>
          </p:nvPr>
        </p:nvSpPr>
        <p:spPr bwMode="gray">
          <a:xfrm>
            <a:off x="457200" y="1682496"/>
            <a:ext cx="11274552" cy="1592403"/>
          </a:xfrm>
          <a:prstGeom prst="rect">
            <a:avLst/>
          </a:prstGeom>
        </p:spPr>
        <p:txBody>
          <a:bodyPr vert="horz" anchor="b"/>
          <a:lstStyle>
            <a:lvl1pPr>
              <a:lnSpc>
                <a:spcPct val="95000"/>
              </a:lnSpc>
              <a:defRPr sz="3600" b="1">
                <a:solidFill>
                  <a:schemeClr val="bg1"/>
                </a:solidFill>
                <a:latin typeface="Aptos" panose="020B0004020202020204" pitchFamily="34" charset="0"/>
                <a:ea typeface="Open Sans" panose="020B0606030504020204" pitchFamily="34" charset="0"/>
                <a:cs typeface="Open Sans" panose="020B0606030504020204" pitchFamily="34" charset="0"/>
              </a:defRPr>
            </a:lvl1pPr>
          </a:lstStyle>
          <a:p>
            <a:r>
              <a:rPr lang="en-US" noProof="0"/>
              <a:t>Click to add title</a:t>
            </a:r>
          </a:p>
        </p:txBody>
      </p:sp>
      <p:sp>
        <p:nvSpPr>
          <p:cNvPr id="12" name="Text Placeholder 2">
            <a:extLst>
              <a:ext uri="{FF2B5EF4-FFF2-40B4-BE49-F238E27FC236}">
                <a16:creationId xmlns:a16="http://schemas.microsoft.com/office/drawing/2014/main" id="{9D2CC364-3A56-4B32-F356-4C27AC2B9CA1}"/>
              </a:ext>
            </a:extLst>
          </p:cNvPr>
          <p:cNvSpPr>
            <a:spLocks noGrp="1"/>
          </p:cNvSpPr>
          <p:nvPr>
            <p:ph type="body" idx="1" hasCustomPrompt="1"/>
          </p:nvPr>
        </p:nvSpPr>
        <p:spPr bwMode="gray">
          <a:xfrm>
            <a:off x="457200" y="3456432"/>
            <a:ext cx="11304000" cy="1566532"/>
          </a:xfrm>
        </p:spPr>
        <p:txBody>
          <a:bodyPr lIns="0" tIns="0" rIns="0" bIns="0">
            <a:noAutofit/>
          </a:bodyPr>
          <a:lstStyle>
            <a:lvl1pPr marL="0" indent="0">
              <a:lnSpc>
                <a:spcPct val="95000"/>
              </a:lnSpc>
              <a:spcAft>
                <a:spcPts val="0"/>
              </a:spcAft>
              <a:buNone/>
              <a:defRPr sz="3600" b="0">
                <a:solidFill>
                  <a:schemeClr val="bg1"/>
                </a:solidFill>
                <a:latin typeface="Aptos" panose="020B0004020202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add subtitle</a:t>
            </a:r>
          </a:p>
        </p:txBody>
      </p:sp>
      <p:sp>
        <p:nvSpPr>
          <p:cNvPr id="3" name="Copyright">
            <a:extLst>
              <a:ext uri="{FF2B5EF4-FFF2-40B4-BE49-F238E27FC236}">
                <a16:creationId xmlns:a16="http://schemas.microsoft.com/office/drawing/2014/main" id="{DA565FA6-6FC4-DA9A-37B5-DC92ACD4F6A8}"/>
              </a:ext>
            </a:extLst>
          </p:cNvPr>
          <p:cNvSpPr txBox="1"/>
          <p:nvPr userDrawn="1"/>
        </p:nvSpPr>
        <p:spPr>
          <a:xfrm>
            <a:off x="457200" y="6519672"/>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Copyright © 2026 Deloitte MCS Limited. All rights reserved.</a:t>
            </a:r>
          </a:p>
        </p:txBody>
      </p:sp>
    </p:spTree>
    <p:extLst>
      <p:ext uri="{BB962C8B-B14F-4D97-AF65-F5344CB8AC3E}">
        <p14:creationId xmlns:p14="http://schemas.microsoft.com/office/powerpoint/2010/main" val="2127848185"/>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3_Divider - Deloitte Black">
    <p:bg bwMode="gray">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03ED046-AF18-82E4-7A21-15618FB8A3F2}"/>
              </a:ext>
            </a:extLst>
          </p:cNvPr>
          <p:cNvSpPr/>
          <p:nvPr userDrawn="1"/>
        </p:nvSpPr>
        <p:spPr>
          <a:xfrm>
            <a:off x="0" y="0"/>
            <a:ext cx="12192000" cy="6858000"/>
          </a:xfrm>
          <a:prstGeom prst="rect">
            <a:avLst/>
          </a:prstGeom>
          <a:gradFill flip="none" rotWithShape="1">
            <a:gsLst>
              <a:gs pos="0">
                <a:schemeClr val="accent4">
                  <a:lumMod val="64567"/>
                </a:schemeClr>
              </a:gs>
              <a:gs pos="76000">
                <a:srgbClr val="000A0A"/>
              </a:gs>
              <a:gs pos="37000">
                <a:schemeClr val="accent2">
                  <a:lumMod val="0"/>
                </a:schemeClr>
              </a:gs>
              <a:gs pos="100000">
                <a:schemeClr val="accent4">
                  <a:lumMod val="51851"/>
                </a:schemeClr>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D47FF02A-4494-EF84-B1FC-43791FDEBBEA}"/>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6060558" y="0"/>
            <a:ext cx="6131442" cy="6858000"/>
          </a:xfrm>
          <a:prstGeom prst="rect">
            <a:avLst/>
          </a:prstGeom>
        </p:spPr>
      </p:pic>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5" progId="TCLayout.ActiveDocument.1">
                  <p:embed/>
                </p:oleObj>
              </mc:Choice>
              <mc:Fallback>
                <p:oleObj name="think-cell Slide" r:id="rId4"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F35D1E1-7A9C-AE7F-744F-00D2D0F3439B}"/>
              </a:ext>
            </a:extLst>
          </p:cNvPr>
          <p:cNvSpPr>
            <a:spLocks noGrp="1"/>
          </p:cNvSpPr>
          <p:nvPr>
            <p:ph type="title" hasCustomPrompt="1"/>
          </p:nvPr>
        </p:nvSpPr>
        <p:spPr bwMode="gray">
          <a:xfrm>
            <a:off x="457200" y="1682496"/>
            <a:ext cx="11274552" cy="1592403"/>
          </a:xfrm>
          <a:prstGeom prst="rect">
            <a:avLst/>
          </a:prstGeom>
        </p:spPr>
        <p:txBody>
          <a:bodyPr vert="horz" anchor="b"/>
          <a:lstStyle>
            <a:lvl1pPr>
              <a:lnSpc>
                <a:spcPct val="95000"/>
              </a:lnSpc>
              <a:defRPr sz="3600" b="1">
                <a:solidFill>
                  <a:schemeClr val="bg1"/>
                </a:solidFill>
                <a:latin typeface="Aptos" panose="020B0004020202020204" pitchFamily="34" charset="0"/>
                <a:ea typeface="Open Sans" panose="020B0606030504020204" pitchFamily="34" charset="0"/>
                <a:cs typeface="Open Sans" panose="020B0606030504020204" pitchFamily="34" charset="0"/>
              </a:defRPr>
            </a:lvl1pPr>
          </a:lstStyle>
          <a:p>
            <a:r>
              <a:rPr lang="en-US" noProof="0"/>
              <a:t>Click to add title</a:t>
            </a:r>
          </a:p>
        </p:txBody>
      </p:sp>
      <p:sp>
        <p:nvSpPr>
          <p:cNvPr id="12" name="Text Placeholder 2">
            <a:extLst>
              <a:ext uri="{FF2B5EF4-FFF2-40B4-BE49-F238E27FC236}">
                <a16:creationId xmlns:a16="http://schemas.microsoft.com/office/drawing/2014/main" id="{9D2CC364-3A56-4B32-F356-4C27AC2B9CA1}"/>
              </a:ext>
            </a:extLst>
          </p:cNvPr>
          <p:cNvSpPr>
            <a:spLocks noGrp="1"/>
          </p:cNvSpPr>
          <p:nvPr>
            <p:ph type="body" idx="1" hasCustomPrompt="1"/>
          </p:nvPr>
        </p:nvSpPr>
        <p:spPr bwMode="gray">
          <a:xfrm>
            <a:off x="457200" y="3456432"/>
            <a:ext cx="11304000" cy="1566532"/>
          </a:xfrm>
        </p:spPr>
        <p:txBody>
          <a:bodyPr lIns="0" tIns="0" rIns="0" bIns="0">
            <a:noAutofit/>
          </a:bodyPr>
          <a:lstStyle>
            <a:lvl1pPr marL="0" indent="0">
              <a:lnSpc>
                <a:spcPct val="95000"/>
              </a:lnSpc>
              <a:spcAft>
                <a:spcPts val="0"/>
              </a:spcAft>
              <a:buNone/>
              <a:defRPr sz="3600" b="0">
                <a:solidFill>
                  <a:schemeClr val="bg1"/>
                </a:solidFill>
                <a:latin typeface="Aptos" panose="020B0004020202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add subtitle</a:t>
            </a:r>
          </a:p>
        </p:txBody>
      </p:sp>
      <p:sp>
        <p:nvSpPr>
          <p:cNvPr id="3" name="Copyright">
            <a:extLst>
              <a:ext uri="{FF2B5EF4-FFF2-40B4-BE49-F238E27FC236}">
                <a16:creationId xmlns:a16="http://schemas.microsoft.com/office/drawing/2014/main" id="{DA565FA6-6FC4-DA9A-37B5-DC92ACD4F6A8}"/>
              </a:ext>
            </a:extLst>
          </p:cNvPr>
          <p:cNvSpPr txBox="1"/>
          <p:nvPr userDrawn="1"/>
        </p:nvSpPr>
        <p:spPr>
          <a:xfrm>
            <a:off x="457200" y="6519672"/>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Copyright © 2026 Deloitte MCS Limited. All rights reserved.</a:t>
            </a:r>
          </a:p>
        </p:txBody>
      </p:sp>
    </p:spTree>
    <p:extLst>
      <p:ext uri="{BB962C8B-B14F-4D97-AF65-F5344CB8AC3E}">
        <p14:creationId xmlns:p14="http://schemas.microsoft.com/office/powerpoint/2010/main" val="3475121401"/>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5_Divider - Deloitte Black">
    <p:bg bwMode="gray">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03ED046-AF18-82E4-7A21-15618FB8A3F2}"/>
              </a:ext>
            </a:extLst>
          </p:cNvPr>
          <p:cNvSpPr/>
          <p:nvPr userDrawn="1"/>
        </p:nvSpPr>
        <p:spPr>
          <a:xfrm>
            <a:off x="0" y="0"/>
            <a:ext cx="12192000" cy="6858000"/>
          </a:xfrm>
          <a:prstGeom prst="rect">
            <a:avLst/>
          </a:prstGeom>
          <a:gradFill flip="none" rotWithShape="1">
            <a:gsLst>
              <a:gs pos="0">
                <a:schemeClr val="accent4">
                  <a:lumMod val="64567"/>
                </a:schemeClr>
              </a:gs>
              <a:gs pos="76000">
                <a:srgbClr val="000A0A"/>
              </a:gs>
              <a:gs pos="37000">
                <a:schemeClr val="accent2">
                  <a:lumMod val="0"/>
                </a:schemeClr>
              </a:gs>
              <a:gs pos="100000">
                <a:schemeClr val="accent4">
                  <a:lumMod val="51851"/>
                </a:schemeClr>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D47FF02A-4494-EF84-B1FC-43791FDEBBEA}"/>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5465135" y="0"/>
            <a:ext cx="6726865" cy="6858000"/>
          </a:xfrm>
          <a:prstGeom prst="rect">
            <a:avLst/>
          </a:prstGeom>
        </p:spPr>
      </p:pic>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5" progId="TCLayout.ActiveDocument.1">
                  <p:embed/>
                </p:oleObj>
              </mc:Choice>
              <mc:Fallback>
                <p:oleObj name="think-cell Slide" r:id="rId4"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F35D1E1-7A9C-AE7F-744F-00D2D0F3439B}"/>
              </a:ext>
            </a:extLst>
          </p:cNvPr>
          <p:cNvSpPr>
            <a:spLocks noGrp="1"/>
          </p:cNvSpPr>
          <p:nvPr>
            <p:ph type="title" hasCustomPrompt="1"/>
          </p:nvPr>
        </p:nvSpPr>
        <p:spPr bwMode="gray">
          <a:xfrm>
            <a:off x="457200" y="1682496"/>
            <a:ext cx="11274552" cy="1592403"/>
          </a:xfrm>
          <a:prstGeom prst="rect">
            <a:avLst/>
          </a:prstGeom>
        </p:spPr>
        <p:txBody>
          <a:bodyPr vert="horz" anchor="b"/>
          <a:lstStyle>
            <a:lvl1pPr>
              <a:lnSpc>
                <a:spcPct val="95000"/>
              </a:lnSpc>
              <a:defRPr sz="3600" b="1">
                <a:solidFill>
                  <a:schemeClr val="bg1"/>
                </a:solidFill>
                <a:latin typeface="Aptos" panose="020B0004020202020204" pitchFamily="34" charset="0"/>
                <a:ea typeface="Open Sans" panose="020B0606030504020204" pitchFamily="34" charset="0"/>
                <a:cs typeface="Open Sans" panose="020B0606030504020204" pitchFamily="34" charset="0"/>
              </a:defRPr>
            </a:lvl1pPr>
          </a:lstStyle>
          <a:p>
            <a:r>
              <a:rPr lang="en-US" noProof="0"/>
              <a:t>Click to add title</a:t>
            </a:r>
          </a:p>
        </p:txBody>
      </p:sp>
      <p:sp>
        <p:nvSpPr>
          <p:cNvPr id="12" name="Text Placeholder 2">
            <a:extLst>
              <a:ext uri="{FF2B5EF4-FFF2-40B4-BE49-F238E27FC236}">
                <a16:creationId xmlns:a16="http://schemas.microsoft.com/office/drawing/2014/main" id="{9D2CC364-3A56-4B32-F356-4C27AC2B9CA1}"/>
              </a:ext>
            </a:extLst>
          </p:cNvPr>
          <p:cNvSpPr>
            <a:spLocks noGrp="1"/>
          </p:cNvSpPr>
          <p:nvPr>
            <p:ph type="body" idx="1" hasCustomPrompt="1"/>
          </p:nvPr>
        </p:nvSpPr>
        <p:spPr bwMode="gray">
          <a:xfrm>
            <a:off x="457200" y="3456432"/>
            <a:ext cx="11304000" cy="1566532"/>
          </a:xfrm>
        </p:spPr>
        <p:txBody>
          <a:bodyPr lIns="0" tIns="0" rIns="0" bIns="0">
            <a:noAutofit/>
          </a:bodyPr>
          <a:lstStyle>
            <a:lvl1pPr marL="0" indent="0">
              <a:lnSpc>
                <a:spcPct val="95000"/>
              </a:lnSpc>
              <a:spcAft>
                <a:spcPts val="0"/>
              </a:spcAft>
              <a:buNone/>
              <a:defRPr sz="3600" b="0">
                <a:solidFill>
                  <a:schemeClr val="bg1"/>
                </a:solidFill>
                <a:latin typeface="Aptos" panose="020B0004020202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add subtitle</a:t>
            </a:r>
          </a:p>
        </p:txBody>
      </p:sp>
      <p:sp>
        <p:nvSpPr>
          <p:cNvPr id="3" name="Copyright">
            <a:extLst>
              <a:ext uri="{FF2B5EF4-FFF2-40B4-BE49-F238E27FC236}">
                <a16:creationId xmlns:a16="http://schemas.microsoft.com/office/drawing/2014/main" id="{DA565FA6-6FC4-DA9A-37B5-DC92ACD4F6A8}"/>
              </a:ext>
            </a:extLst>
          </p:cNvPr>
          <p:cNvSpPr txBox="1"/>
          <p:nvPr userDrawn="1"/>
        </p:nvSpPr>
        <p:spPr>
          <a:xfrm>
            <a:off x="457200" y="6519672"/>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Copyright © 2026 Deloitte MCS Limited. All rights reserved.</a:t>
            </a:r>
          </a:p>
        </p:txBody>
      </p:sp>
    </p:spTree>
    <p:extLst>
      <p:ext uri="{BB962C8B-B14F-4D97-AF65-F5344CB8AC3E}">
        <p14:creationId xmlns:p14="http://schemas.microsoft.com/office/powerpoint/2010/main" val="2046606769"/>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4_Divider - Deloitte Black">
    <p:bg bwMode="gray">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7FF02A-4494-EF84-B1FC-43791FDEBBEA}"/>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5" progId="TCLayout.ActiveDocument.1">
                  <p:embed/>
                </p:oleObj>
              </mc:Choice>
              <mc:Fallback>
                <p:oleObj name="think-cell Slide" r:id="rId4"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F35D1E1-7A9C-AE7F-744F-00D2D0F3439B}"/>
              </a:ext>
            </a:extLst>
          </p:cNvPr>
          <p:cNvSpPr>
            <a:spLocks noGrp="1"/>
          </p:cNvSpPr>
          <p:nvPr>
            <p:ph type="title" hasCustomPrompt="1"/>
          </p:nvPr>
        </p:nvSpPr>
        <p:spPr bwMode="gray">
          <a:xfrm>
            <a:off x="457200" y="1682496"/>
            <a:ext cx="11274552" cy="1592403"/>
          </a:xfrm>
          <a:prstGeom prst="rect">
            <a:avLst/>
          </a:prstGeom>
        </p:spPr>
        <p:txBody>
          <a:bodyPr vert="horz" anchor="b"/>
          <a:lstStyle>
            <a:lvl1pPr>
              <a:lnSpc>
                <a:spcPct val="95000"/>
              </a:lnSpc>
              <a:defRPr sz="3600" b="1">
                <a:solidFill>
                  <a:schemeClr val="bg1"/>
                </a:solidFill>
                <a:latin typeface="Aptos" panose="020B0004020202020204" pitchFamily="34" charset="0"/>
                <a:ea typeface="Open Sans" panose="020B0606030504020204" pitchFamily="34" charset="0"/>
                <a:cs typeface="Open Sans" panose="020B0606030504020204" pitchFamily="34" charset="0"/>
              </a:defRPr>
            </a:lvl1pPr>
          </a:lstStyle>
          <a:p>
            <a:r>
              <a:rPr lang="en-US" noProof="0"/>
              <a:t>Click to add title</a:t>
            </a:r>
          </a:p>
        </p:txBody>
      </p:sp>
      <p:sp>
        <p:nvSpPr>
          <p:cNvPr id="12" name="Text Placeholder 2">
            <a:extLst>
              <a:ext uri="{FF2B5EF4-FFF2-40B4-BE49-F238E27FC236}">
                <a16:creationId xmlns:a16="http://schemas.microsoft.com/office/drawing/2014/main" id="{9D2CC364-3A56-4B32-F356-4C27AC2B9CA1}"/>
              </a:ext>
            </a:extLst>
          </p:cNvPr>
          <p:cNvSpPr>
            <a:spLocks noGrp="1"/>
          </p:cNvSpPr>
          <p:nvPr>
            <p:ph type="body" idx="1" hasCustomPrompt="1"/>
          </p:nvPr>
        </p:nvSpPr>
        <p:spPr bwMode="gray">
          <a:xfrm>
            <a:off x="457200" y="3456432"/>
            <a:ext cx="11304000" cy="1566532"/>
          </a:xfrm>
        </p:spPr>
        <p:txBody>
          <a:bodyPr lIns="0" tIns="0" rIns="0" bIns="0">
            <a:noAutofit/>
          </a:bodyPr>
          <a:lstStyle>
            <a:lvl1pPr marL="0" indent="0">
              <a:lnSpc>
                <a:spcPct val="95000"/>
              </a:lnSpc>
              <a:spcAft>
                <a:spcPts val="0"/>
              </a:spcAft>
              <a:buNone/>
              <a:defRPr sz="3600" b="0">
                <a:solidFill>
                  <a:schemeClr val="bg1"/>
                </a:solidFill>
                <a:latin typeface="Aptos" panose="020B0004020202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add subtitle</a:t>
            </a:r>
          </a:p>
        </p:txBody>
      </p:sp>
      <p:sp>
        <p:nvSpPr>
          <p:cNvPr id="3" name="Copyright">
            <a:extLst>
              <a:ext uri="{FF2B5EF4-FFF2-40B4-BE49-F238E27FC236}">
                <a16:creationId xmlns:a16="http://schemas.microsoft.com/office/drawing/2014/main" id="{DA565FA6-6FC4-DA9A-37B5-DC92ACD4F6A8}"/>
              </a:ext>
            </a:extLst>
          </p:cNvPr>
          <p:cNvSpPr txBox="1"/>
          <p:nvPr userDrawn="1"/>
        </p:nvSpPr>
        <p:spPr>
          <a:xfrm>
            <a:off x="457200" y="6519672"/>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Copyright © 2026 Deloitte MCS Limited. All rights reserved.</a:t>
            </a:r>
          </a:p>
        </p:txBody>
      </p:sp>
    </p:spTree>
    <p:extLst>
      <p:ext uri="{BB962C8B-B14F-4D97-AF65-F5344CB8AC3E}">
        <p14:creationId xmlns:p14="http://schemas.microsoft.com/office/powerpoint/2010/main" val="1907991157"/>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96593EEB-1CDC-4080-8C11-602DEAE1026D}"/>
              </a:ext>
            </a:extLst>
          </p:cNvPr>
          <p:cNvSpPr>
            <a:spLocks noGrp="1"/>
          </p:cNvSpPr>
          <p:nvPr>
            <p:ph type="title" hasCustomPrompt="1"/>
          </p:nvPr>
        </p:nvSpPr>
        <p:spPr>
          <a:xfrm>
            <a:off x="457200" y="342900"/>
            <a:ext cx="11274552" cy="342000"/>
          </a:xfrm>
          <a:prstGeom prst="rect">
            <a:avLst/>
          </a:prstGeom>
        </p:spPr>
        <p:txBody>
          <a:bodyPr vert="horz" lIns="0" tIns="0" rIns="0" bIns="0" rtlCol="0" anchor="t" anchorCtr="0">
            <a:noAutofit/>
          </a:bodyPr>
          <a:lstStyle>
            <a:lvl1pPr>
              <a:defRPr sz="2100" b="1">
                <a:latin typeface="Aptos" panose="020B0004020202020204" pitchFamily="34" charset="0"/>
              </a:defRPr>
            </a:lvl1pPr>
          </a:lstStyle>
          <a:p>
            <a:r>
              <a:rPr lang="en-US"/>
              <a:t>Click to add title</a:t>
            </a:r>
          </a:p>
        </p:txBody>
      </p:sp>
      <p:sp>
        <p:nvSpPr>
          <p:cNvPr id="7" name="Text Placeholder 8">
            <a:extLst>
              <a:ext uri="{FF2B5EF4-FFF2-40B4-BE49-F238E27FC236}">
                <a16:creationId xmlns:a16="http://schemas.microsoft.com/office/drawing/2014/main" id="{46B1BCFD-A14A-DBB3-DE5F-4E0C77D1AE33}"/>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600" b="0">
                <a:solidFill>
                  <a:schemeClr val="tx2"/>
                </a:solidFill>
                <a:latin typeface="Aptos" panose="020B0004020202020204" pitchFamily="34" charset="0"/>
              </a:defRPr>
            </a:lvl1pPr>
          </a:lstStyle>
          <a:p>
            <a:pPr lvl="0"/>
            <a:r>
              <a:rPr lang="en-US"/>
              <a:t>Click to add subtitle</a:t>
            </a:r>
          </a:p>
        </p:txBody>
      </p:sp>
    </p:spTree>
    <p:extLst>
      <p:ext uri="{BB962C8B-B14F-4D97-AF65-F5344CB8AC3E}">
        <p14:creationId xmlns:p14="http://schemas.microsoft.com/office/powerpoint/2010/main" val="2444648315"/>
      </p:ext>
    </p:extLst>
  </p:cSld>
  <p:clrMapOvr>
    <a:masterClrMapping/>
  </p:clrMapOvr>
  <p:transition>
    <p:fade/>
  </p:transition>
  <p:hf hdr="0" dt="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subtitle Black">
    <p:bg bwMode="gray">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03ED046-AF18-82E4-7A21-15618FB8A3F2}"/>
              </a:ext>
            </a:extLst>
          </p:cNvPr>
          <p:cNvSpPr/>
          <p:nvPr userDrawn="1"/>
        </p:nvSpPr>
        <p:spPr>
          <a:xfrm>
            <a:off x="0" y="0"/>
            <a:ext cx="12192000" cy="6858000"/>
          </a:xfrm>
          <a:prstGeom prst="rect">
            <a:avLst/>
          </a:prstGeom>
          <a:gradFill flip="none" rotWithShape="1">
            <a:gsLst>
              <a:gs pos="0">
                <a:srgbClr val="004F59">
                  <a:lumMod val="80999"/>
                </a:srgbClr>
              </a:gs>
              <a:gs pos="77000">
                <a:srgbClr val="000A0A">
                  <a:lumMod val="85101"/>
                </a:srgbClr>
              </a:gs>
              <a:gs pos="36000">
                <a:schemeClr val="accent2">
                  <a:lumMod val="0"/>
                </a:schemeClr>
              </a:gs>
              <a:gs pos="100000">
                <a:schemeClr val="accent2">
                  <a:lumMod val="35000"/>
                </a:schemeClr>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extBox 8">
            <a:extLst>
              <a:ext uri="{FF2B5EF4-FFF2-40B4-BE49-F238E27FC236}">
                <a16:creationId xmlns:a16="http://schemas.microsoft.com/office/drawing/2014/main" id="{D6786EBC-F83F-1733-D647-5D19727763B6}"/>
              </a:ext>
            </a:extLst>
          </p:cNvPr>
          <p:cNvSpPr txBox="1"/>
          <p:nvPr userDrawn="1"/>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bg1"/>
              </a:solidFill>
              <a:latin typeface="Aptos" panose="020B0004020202020204" pitchFamily="34" charset="0"/>
              <a:cs typeface="Calibri" panose="020F0502020204030204" pitchFamily="34" charset="0"/>
            </a:endParaRPr>
          </a:p>
        </p:txBody>
      </p:sp>
      <p:sp>
        <p:nvSpPr>
          <p:cNvPr id="3" name="Copyright">
            <a:extLst>
              <a:ext uri="{FF2B5EF4-FFF2-40B4-BE49-F238E27FC236}">
                <a16:creationId xmlns:a16="http://schemas.microsoft.com/office/drawing/2014/main" id="{D1279DC3-EBBA-6DEF-2CB8-C08C169A81DE}"/>
              </a:ext>
            </a:extLst>
          </p:cNvPr>
          <p:cNvSpPr txBox="1"/>
          <p:nvPr userDrawn="1"/>
        </p:nvSpPr>
        <p:spPr>
          <a:xfrm>
            <a:off x="457200" y="6519672"/>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rgbClr val="75787B"/>
                </a:solidFill>
                <a:latin typeface="Aptos" panose="020B0004020202020204" pitchFamily="34" charset="0"/>
                <a:cs typeface="Calibri" panose="020F0502020204030204" pitchFamily="34" charset="0"/>
              </a:rPr>
              <a:t>Copyright © 2026 Deloitte MCS Limited. All rights reserved.</a:t>
            </a:r>
          </a:p>
        </p:txBody>
      </p:sp>
      <p:sp>
        <p:nvSpPr>
          <p:cNvPr id="7" name="Title Placeholder 1">
            <a:extLst>
              <a:ext uri="{FF2B5EF4-FFF2-40B4-BE49-F238E27FC236}">
                <a16:creationId xmlns:a16="http://schemas.microsoft.com/office/drawing/2014/main" id="{1666E1CF-79C0-D3BD-7FF5-9B68F1AC2651}"/>
              </a:ext>
            </a:extLst>
          </p:cNvPr>
          <p:cNvSpPr>
            <a:spLocks noGrp="1"/>
          </p:cNvSpPr>
          <p:nvPr>
            <p:ph type="title" hasCustomPrompt="1"/>
          </p:nvPr>
        </p:nvSpPr>
        <p:spPr>
          <a:xfrm>
            <a:off x="457200" y="342900"/>
            <a:ext cx="11274552" cy="342000"/>
          </a:xfrm>
          <a:prstGeom prst="rect">
            <a:avLst/>
          </a:prstGeom>
        </p:spPr>
        <p:txBody>
          <a:bodyPr vert="horz" lIns="0" tIns="0" rIns="0" bIns="0" rtlCol="0" anchor="t" anchorCtr="0">
            <a:noAutofit/>
          </a:bodyPr>
          <a:lstStyle>
            <a:lvl1pPr>
              <a:defRPr sz="2100" b="1">
                <a:solidFill>
                  <a:schemeClr val="bg1"/>
                </a:solidFill>
                <a:latin typeface="Aptos" panose="020B0004020202020204" pitchFamily="34" charset="0"/>
              </a:defRPr>
            </a:lvl1pPr>
          </a:lstStyle>
          <a:p>
            <a:r>
              <a:rPr lang="en-US"/>
              <a:t>Click to add title</a:t>
            </a:r>
          </a:p>
        </p:txBody>
      </p:sp>
      <p:sp>
        <p:nvSpPr>
          <p:cNvPr id="10" name="Text Placeholder 8">
            <a:extLst>
              <a:ext uri="{FF2B5EF4-FFF2-40B4-BE49-F238E27FC236}">
                <a16:creationId xmlns:a16="http://schemas.microsoft.com/office/drawing/2014/main" id="{2C4C6235-972C-438D-1886-31EACD0FE88B}"/>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600" b="0">
                <a:solidFill>
                  <a:schemeClr val="bg1"/>
                </a:solidFill>
                <a:latin typeface="Aptos" panose="020B0004020202020204" pitchFamily="34" charset="0"/>
              </a:defRPr>
            </a:lvl1pPr>
          </a:lstStyle>
          <a:p>
            <a:pPr lvl="0"/>
            <a:r>
              <a:rPr lang="en-US"/>
              <a:t>Click to add subtitle</a:t>
            </a:r>
          </a:p>
        </p:txBody>
      </p:sp>
    </p:spTree>
    <p:extLst>
      <p:ext uri="{BB962C8B-B14F-4D97-AF65-F5344CB8AC3E}">
        <p14:creationId xmlns:p14="http://schemas.microsoft.com/office/powerpoint/2010/main" val="3003171251"/>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Blank">
    <p:bg>
      <p:bgPr>
        <a:solidFill>
          <a:schemeClr val="tx1"/>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AE6C844-BB1D-473C-9432-8E351FD28E26}"/>
              </a:ext>
            </a:extLst>
          </p:cNvPr>
          <p:cNvSpPr txBox="1"/>
          <p:nvPr userDrawn="1"/>
        </p:nvSpPr>
        <p:spPr>
          <a:xfrm>
            <a:off x="11426826" y="6519673"/>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bg1"/>
              </a:solidFill>
              <a:latin typeface="Aptos" panose="020B0004020202020204" pitchFamily="34" charset="0"/>
              <a:cs typeface="Calibri" panose="020F0502020204030204" pitchFamily="34" charset="0"/>
            </a:endParaRPr>
          </a:p>
        </p:txBody>
      </p:sp>
    </p:spTree>
    <p:extLst>
      <p:ext uri="{BB962C8B-B14F-4D97-AF65-F5344CB8AC3E}">
        <p14:creationId xmlns:p14="http://schemas.microsoft.com/office/powerpoint/2010/main" val="307343227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p:cSld name="1_Title slide - White">
    <p:bg bwMode="gray">
      <p:bgPr>
        <a:solidFill>
          <a:schemeClr val="bg1"/>
        </a:solidFill>
        <a:effectLst/>
      </p:bgPr>
    </p:bg>
    <p:spTree>
      <p:nvGrpSpPr>
        <p:cNvPr id="1" name=""/>
        <p:cNvGrpSpPr/>
        <p:nvPr/>
      </p:nvGrpSpPr>
      <p:grpSpPr>
        <a:xfrm>
          <a:off x="0" y="0"/>
          <a:ext cx="0" cy="0"/>
          <a:chOff x="0" y="0"/>
          <a:chExt cx="0" cy="0"/>
        </a:xfrm>
      </p:grpSpPr>
      <p:pic>
        <p:nvPicPr>
          <p:cNvPr id="4" name="Picture 3" descr="Deloitte logo">
            <a:extLst>
              <a:ext uri="{FF2B5EF4-FFF2-40B4-BE49-F238E27FC236}">
                <a16:creationId xmlns:a16="http://schemas.microsoft.com/office/drawing/2014/main" id="{885222D5-1719-1676-C66A-2EB4C1E3DBD8}"/>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112692" y="-5466"/>
            <a:ext cx="2779773" cy="1308222"/>
          </a:xfrm>
          <a:prstGeom prst="rect">
            <a:avLst/>
          </a:prstGeom>
        </p:spPr>
      </p:pic>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add secondary text</a:t>
            </a:r>
          </a:p>
        </p:txBody>
      </p:sp>
      <p:sp>
        <p:nvSpPr>
          <p:cNvPr id="44" name="Picture Placeholder 8">
            <a:extLst>
              <a:ext uri="{FF2B5EF4-FFF2-40B4-BE49-F238E27FC236}">
                <a16:creationId xmlns:a16="http://schemas.microsoft.com/office/drawing/2014/main" id="{932C736B-20BB-4603-9DD1-FEB85AD9DC39}"/>
              </a:ext>
            </a:extLst>
          </p:cNvPr>
          <p:cNvSpPr>
            <a:spLocks noGrp="1"/>
          </p:cNvSpPr>
          <p:nvPr>
            <p:ph type="pic" sz="quarter" idx="11"/>
          </p:nvPr>
        </p:nvSpPr>
        <p:spPr>
          <a:xfrm>
            <a:off x="3328797" y="698373"/>
            <a:ext cx="5544000" cy="5544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2864960817"/>
      </p:ext>
    </p:extLst>
  </p:cSld>
  <p:clrMapOvr>
    <a:masterClrMapping/>
  </p:clrMapOvr>
  <p:transition>
    <p:fade/>
  </p:transition>
  <p:hf hdr="0" dt="0"/>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3_Title slide - Black">
    <p:bg bwMode="gray">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FD7C1F3-1623-8D8F-9E86-690FBADEBEB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4" name="Picture 3" descr="Deloitte logo">
            <a:extLst>
              <a:ext uri="{FF2B5EF4-FFF2-40B4-BE49-F238E27FC236}">
                <a16:creationId xmlns:a16="http://schemas.microsoft.com/office/drawing/2014/main" id="{885222D5-1719-1676-C66A-2EB4C1E3DBD8}"/>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112692" y="-5466"/>
            <a:ext cx="2779773" cy="1308221"/>
          </a:xfrm>
          <a:prstGeom prst="rect">
            <a:avLst/>
          </a:prstGeom>
        </p:spPr>
      </p:pic>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1"/>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bg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add secondary text</a:t>
            </a:r>
          </a:p>
        </p:txBody>
      </p:sp>
    </p:spTree>
    <p:extLst>
      <p:ext uri="{BB962C8B-B14F-4D97-AF65-F5344CB8AC3E}">
        <p14:creationId xmlns:p14="http://schemas.microsoft.com/office/powerpoint/2010/main" val="2770963762"/>
      </p:ext>
    </p:extLst>
  </p:cSld>
  <p:clrMapOvr>
    <a:masterClrMapping/>
  </p:clrMapOvr>
  <p:transition>
    <p:fade/>
  </p:transition>
  <p:hf hdr="0" dt="0"/>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2_Title slide - Black">
    <p:bg bwMode="gray">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FD7C1F3-1623-8D8F-9E86-690FBADEBEB0}"/>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4" name="Picture 3" descr="Deloitte logo">
            <a:extLst>
              <a:ext uri="{FF2B5EF4-FFF2-40B4-BE49-F238E27FC236}">
                <a16:creationId xmlns:a16="http://schemas.microsoft.com/office/drawing/2014/main" id="{885222D5-1719-1676-C66A-2EB4C1E3DBD8}"/>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112692" y="-5466"/>
            <a:ext cx="2779773" cy="1308221"/>
          </a:xfrm>
          <a:prstGeom prst="rect">
            <a:avLst/>
          </a:prstGeom>
        </p:spPr>
      </p:pic>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1"/>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bg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add secondary text</a:t>
            </a:r>
          </a:p>
        </p:txBody>
      </p:sp>
    </p:spTree>
    <p:extLst>
      <p:ext uri="{BB962C8B-B14F-4D97-AF65-F5344CB8AC3E}">
        <p14:creationId xmlns:p14="http://schemas.microsoft.com/office/powerpoint/2010/main" val="1290649946"/>
      </p:ext>
    </p:extLst>
  </p:cSld>
  <p:clrMapOvr>
    <a:masterClrMapping/>
  </p:clrMapOvr>
  <p:transition>
    <p:fade/>
  </p:transition>
  <p:hf hdr="0" dt="0"/>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p:cSld name="1_Title slide - Full bleed image">
    <p:bg bwMode="gray">
      <p:bgPr>
        <a:solidFill>
          <a:schemeClr val="tx1"/>
        </a:solidFill>
        <a:effectLst/>
      </p:bgPr>
    </p:bg>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A239FF85-CD49-BB35-3695-75C424AD973D}"/>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a:t>Click icon to add picture</a:t>
            </a:r>
          </a:p>
        </p:txBody>
      </p:sp>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1"/>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bg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add secondary text</a:t>
            </a:r>
          </a:p>
        </p:txBody>
      </p:sp>
    </p:spTree>
    <p:extLst>
      <p:ext uri="{BB962C8B-B14F-4D97-AF65-F5344CB8AC3E}">
        <p14:creationId xmlns:p14="http://schemas.microsoft.com/office/powerpoint/2010/main" val="3423094678"/>
      </p:ext>
    </p:extLst>
  </p:cSld>
  <p:clrMapOvr>
    <a:masterClrMapping/>
  </p:clrMapOvr>
  <p:transition>
    <p:fade/>
  </p:transition>
  <p:hf hdr="0" dt="0"/>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1_Divider - Deloitte Green">
    <p:bg bwMode="gray">
      <p:bgPr>
        <a:solidFill>
          <a:schemeClr val="accent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hasCustomPrompt="1"/>
          </p:nvPr>
        </p:nvSpPr>
        <p:spPr bwMode="gray">
          <a:xfrm>
            <a:off x="457200" y="1682496"/>
            <a:ext cx="11274552" cy="1592403"/>
          </a:xfrm>
          <a:prstGeom prst="rect">
            <a:avLst/>
          </a:prstGeom>
        </p:spPr>
        <p:txBody>
          <a:bodyPr vert="horz" anchor="b"/>
          <a:lstStyle>
            <a:lvl1pPr>
              <a:lnSpc>
                <a:spcPct val="95000"/>
              </a:lnSpc>
              <a:defRPr sz="3600" b="1">
                <a:solidFill>
                  <a:schemeClr val="tx1"/>
                </a:solidFill>
                <a:latin typeface="Aptos" panose="020B0004020202020204" pitchFamily="34" charset="0"/>
                <a:ea typeface="Open Sans" panose="020B0606030504020204" pitchFamily="34" charset="0"/>
                <a:cs typeface="Open Sans" panose="020B0606030504020204" pitchFamily="34" charset="0"/>
              </a:defRPr>
            </a:lvl1pPr>
          </a:lstStyle>
          <a:p>
            <a:r>
              <a:rPr lang="en-US" noProof="0"/>
              <a:t>Click to add title</a:t>
            </a:r>
          </a:p>
        </p:txBody>
      </p:sp>
      <p:sp>
        <p:nvSpPr>
          <p:cNvPr id="3" name="Text Placeholder 2"/>
          <p:cNvSpPr>
            <a:spLocks noGrp="1"/>
          </p:cNvSpPr>
          <p:nvPr>
            <p:ph type="body" idx="1" hasCustomPrompt="1"/>
          </p:nvPr>
        </p:nvSpPr>
        <p:spPr bwMode="gray">
          <a:xfrm>
            <a:off x="457200" y="3451572"/>
            <a:ext cx="11274552" cy="1566532"/>
          </a:xfrm>
        </p:spPr>
        <p:txBody>
          <a:bodyPr lIns="0" tIns="0" rIns="0" bIns="0">
            <a:noAutofit/>
          </a:bodyPr>
          <a:lstStyle>
            <a:lvl1pPr marL="0" indent="0">
              <a:lnSpc>
                <a:spcPct val="95000"/>
              </a:lnSpc>
              <a:spcAft>
                <a:spcPts val="0"/>
              </a:spcAft>
              <a:buNone/>
              <a:defRPr sz="3600" b="0">
                <a:solidFill>
                  <a:schemeClr val="tx1"/>
                </a:solidFill>
                <a:latin typeface="Aptos" panose="020B0004020202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add subtitle</a:t>
            </a:r>
          </a:p>
        </p:txBody>
      </p:sp>
      <p:sp>
        <p:nvSpPr>
          <p:cNvPr id="9" name="Copyright">
            <a:extLst>
              <a:ext uri="{FF2B5EF4-FFF2-40B4-BE49-F238E27FC236}">
                <a16:creationId xmlns:a16="http://schemas.microsoft.com/office/drawing/2014/main" id="{80879667-8E19-0A8A-570B-A31B8E1A0A23}"/>
              </a:ext>
            </a:extLst>
          </p:cNvPr>
          <p:cNvSpPr txBox="1"/>
          <p:nvPr/>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tx1"/>
                </a:solidFill>
                <a:latin typeface="Aptos" panose="020B0004020202020204" pitchFamily="34" charset="0"/>
                <a:cs typeface="Calibri" panose="020F0502020204030204" pitchFamily="34" charset="0"/>
              </a:rPr>
              <a:t>Member firms and DTTL: Insert appropriate copyright</a:t>
            </a:r>
            <a:br>
              <a:rPr lang="en-US" sz="800" noProof="0">
                <a:solidFill>
                  <a:schemeClr val="tx1"/>
                </a:solidFill>
                <a:latin typeface="Aptos" panose="020B0004020202020204" pitchFamily="34" charset="0"/>
                <a:cs typeface="Calibri" panose="020F0502020204030204" pitchFamily="34" charset="0"/>
              </a:rPr>
            </a:br>
            <a:r>
              <a:rPr lang="en-US" sz="800" noProof="0">
                <a:solidFill>
                  <a:schemeClr val="tx1"/>
                </a:solidFill>
                <a:latin typeface="Aptos" panose="020B0004020202020204" pitchFamily="34" charset="0"/>
                <a:cs typeface="Calibri" panose="020F0502020204030204" pitchFamily="34" charset="0"/>
              </a:rPr>
              <a:t>[To edit, click View &gt; Slide Master &gt; Slide Master]</a:t>
            </a:r>
          </a:p>
        </p:txBody>
      </p:sp>
      <p:sp>
        <p:nvSpPr>
          <p:cNvPr id="10" name="TextBox 9">
            <a:extLst>
              <a:ext uri="{FF2B5EF4-FFF2-40B4-BE49-F238E27FC236}">
                <a16:creationId xmlns:a16="http://schemas.microsoft.com/office/drawing/2014/main" id="{73651E4B-6F26-F51C-0F00-AA71F4B0CCCE}"/>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tx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tx1"/>
              </a:solidFill>
              <a:latin typeface="Aptos" panose="020B0004020202020204" pitchFamily="34" charset="0"/>
              <a:cs typeface="Calibri" panose="020F0502020204030204" pitchFamily="34" charset="0"/>
            </a:endParaRPr>
          </a:p>
        </p:txBody>
      </p:sp>
    </p:spTree>
    <p:extLst>
      <p:ext uri="{BB962C8B-B14F-4D97-AF65-F5344CB8AC3E}">
        <p14:creationId xmlns:p14="http://schemas.microsoft.com/office/powerpoint/2010/main" val="271325195"/>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p:cSld name="1_Divider - Deloitte Accessible Green">
    <p:bg bwMode="gray">
      <p:bgPr>
        <a:solidFill>
          <a:schemeClr val="accent3"/>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hasCustomPrompt="1"/>
          </p:nvPr>
        </p:nvSpPr>
        <p:spPr bwMode="gray">
          <a:xfrm>
            <a:off x="457200" y="1682496"/>
            <a:ext cx="11274552" cy="1592403"/>
          </a:xfrm>
          <a:prstGeom prst="rect">
            <a:avLst/>
          </a:prstGeom>
        </p:spPr>
        <p:txBody>
          <a:bodyPr vert="horz" anchor="b"/>
          <a:lstStyle>
            <a:lvl1pPr>
              <a:lnSpc>
                <a:spcPct val="95000"/>
              </a:lnSpc>
              <a:defRPr sz="3600" b="1">
                <a:solidFill>
                  <a:schemeClr val="bg1"/>
                </a:solidFill>
                <a:latin typeface="Aptos" panose="020B0004020202020204" pitchFamily="34" charset="0"/>
                <a:ea typeface="Open Sans" panose="020B0606030504020204" pitchFamily="34" charset="0"/>
                <a:cs typeface="Open Sans" panose="020B0606030504020204" pitchFamily="34" charset="0"/>
              </a:defRPr>
            </a:lvl1pPr>
          </a:lstStyle>
          <a:p>
            <a:r>
              <a:rPr lang="en-US" noProof="0"/>
              <a:t>Click to add title</a:t>
            </a:r>
          </a:p>
        </p:txBody>
      </p:sp>
      <p:sp>
        <p:nvSpPr>
          <p:cNvPr id="3" name="Text Placeholder 2"/>
          <p:cNvSpPr>
            <a:spLocks noGrp="1"/>
          </p:cNvSpPr>
          <p:nvPr>
            <p:ph type="body" idx="1" hasCustomPrompt="1"/>
          </p:nvPr>
        </p:nvSpPr>
        <p:spPr bwMode="gray">
          <a:xfrm>
            <a:off x="457200" y="3456432"/>
            <a:ext cx="11304000" cy="1566532"/>
          </a:xfrm>
        </p:spPr>
        <p:txBody>
          <a:bodyPr lIns="0" tIns="0" rIns="0" bIns="0">
            <a:noAutofit/>
          </a:bodyPr>
          <a:lstStyle>
            <a:lvl1pPr marL="0" indent="0">
              <a:lnSpc>
                <a:spcPct val="95000"/>
              </a:lnSpc>
              <a:spcAft>
                <a:spcPts val="0"/>
              </a:spcAft>
              <a:buNone/>
              <a:defRPr sz="3600" b="0">
                <a:solidFill>
                  <a:schemeClr val="bg1"/>
                </a:solidFill>
                <a:latin typeface="Aptos" panose="020B0004020202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add subtitle</a:t>
            </a:r>
          </a:p>
        </p:txBody>
      </p:sp>
      <p:sp>
        <p:nvSpPr>
          <p:cNvPr id="9" name="Copyright">
            <a:extLst>
              <a:ext uri="{FF2B5EF4-FFF2-40B4-BE49-F238E27FC236}">
                <a16:creationId xmlns:a16="http://schemas.microsoft.com/office/drawing/2014/main" id="{007BB995-EE99-3880-DCE6-C93F71A128CE}"/>
              </a:ext>
            </a:extLst>
          </p:cNvPr>
          <p:cNvSpPr txBox="1"/>
          <p:nvPr/>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Member firms and DTTL: Insert appropriate copyright</a:t>
            </a:r>
            <a:br>
              <a:rPr lang="en-US" sz="800" noProof="0">
                <a:solidFill>
                  <a:schemeClr val="bg1"/>
                </a:solidFill>
                <a:latin typeface="Aptos" panose="020B0004020202020204" pitchFamily="34" charset="0"/>
                <a:cs typeface="Calibri" panose="020F0502020204030204" pitchFamily="34" charset="0"/>
              </a:rPr>
            </a:br>
            <a:r>
              <a:rPr lang="en-US" sz="800" noProof="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10" name="TextBox 9">
            <a:extLst>
              <a:ext uri="{FF2B5EF4-FFF2-40B4-BE49-F238E27FC236}">
                <a16:creationId xmlns:a16="http://schemas.microsoft.com/office/drawing/2014/main" id="{561CC79A-BB5E-1920-0382-D1E9D54533B4}"/>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bg1"/>
              </a:solidFill>
              <a:latin typeface="Aptos" panose="020B0004020202020204" pitchFamily="34" charset="0"/>
              <a:cs typeface="Calibri" panose="020F0502020204030204" pitchFamily="34" charset="0"/>
            </a:endParaRPr>
          </a:p>
        </p:txBody>
      </p:sp>
    </p:spTree>
    <p:extLst>
      <p:ext uri="{BB962C8B-B14F-4D97-AF65-F5344CB8AC3E}">
        <p14:creationId xmlns:p14="http://schemas.microsoft.com/office/powerpoint/2010/main" val="2560738231"/>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p:cSld name="1_Divider - Deloitte Accessible Teal">
    <p:bg bwMode="gray">
      <p:bgPr>
        <a:solidFill>
          <a:schemeClr val="accent5"/>
        </a:solidFill>
        <a:effectLst/>
      </p:bgPr>
    </p:bg>
    <p:spTree>
      <p:nvGrpSpPr>
        <p:cNvPr id="1" name=""/>
        <p:cNvGrpSpPr/>
        <p:nvPr/>
      </p:nvGrpSpPr>
      <p:grpSpPr>
        <a:xfrm>
          <a:off x="0" y="0"/>
          <a:ext cx="0" cy="0"/>
          <a:chOff x="0" y="0"/>
          <a:chExt cx="0" cy="0"/>
        </a:xfrm>
      </p:grpSpPr>
      <p:sp>
        <p:nvSpPr>
          <p:cNvPr id="8" name="Copyright">
            <a:extLst>
              <a:ext uri="{FF2B5EF4-FFF2-40B4-BE49-F238E27FC236}">
                <a16:creationId xmlns:a16="http://schemas.microsoft.com/office/drawing/2014/main" id="{EFB2FD2C-2339-18D3-FE74-70FF8DBE712E}"/>
              </a:ext>
            </a:extLst>
          </p:cNvPr>
          <p:cNvSpPr txBox="1"/>
          <p:nvPr/>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Member firms and DTTL: Insert appropriate copyright</a:t>
            </a:r>
            <a:br>
              <a:rPr lang="en-US" sz="800" noProof="0">
                <a:solidFill>
                  <a:schemeClr val="bg1"/>
                </a:solidFill>
                <a:latin typeface="Aptos" panose="020B0004020202020204" pitchFamily="34" charset="0"/>
                <a:cs typeface="Calibri" panose="020F0502020204030204" pitchFamily="34" charset="0"/>
              </a:rPr>
            </a:br>
            <a:r>
              <a:rPr lang="en-US" sz="800" noProof="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9" name="TextBox 8">
            <a:extLst>
              <a:ext uri="{FF2B5EF4-FFF2-40B4-BE49-F238E27FC236}">
                <a16:creationId xmlns:a16="http://schemas.microsoft.com/office/drawing/2014/main" id="{752674E4-36E3-6473-BA52-EF41006ED287}"/>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bg1"/>
              </a:solidFill>
              <a:latin typeface="Aptos" panose="020B0004020202020204" pitchFamily="34" charset="0"/>
              <a:cs typeface="Calibri" panose="020F0502020204030204" pitchFamily="34" charset="0"/>
            </a:endParaRPr>
          </a:p>
        </p:txBody>
      </p:sp>
      <p:sp>
        <p:nvSpPr>
          <p:cNvPr id="10" name="Title 1">
            <a:extLst>
              <a:ext uri="{FF2B5EF4-FFF2-40B4-BE49-F238E27FC236}">
                <a16:creationId xmlns:a16="http://schemas.microsoft.com/office/drawing/2014/main" id="{F60CC504-C642-CAD5-61BD-E184E479D19C}"/>
              </a:ext>
            </a:extLst>
          </p:cNvPr>
          <p:cNvSpPr>
            <a:spLocks noGrp="1"/>
          </p:cNvSpPr>
          <p:nvPr>
            <p:ph type="title" hasCustomPrompt="1"/>
          </p:nvPr>
        </p:nvSpPr>
        <p:spPr bwMode="gray">
          <a:xfrm>
            <a:off x="457200" y="1682496"/>
            <a:ext cx="11274552" cy="1592403"/>
          </a:xfrm>
          <a:prstGeom prst="rect">
            <a:avLst/>
          </a:prstGeom>
        </p:spPr>
        <p:txBody>
          <a:bodyPr vert="horz" anchor="b"/>
          <a:lstStyle>
            <a:lvl1pPr>
              <a:lnSpc>
                <a:spcPct val="95000"/>
              </a:lnSpc>
              <a:defRPr sz="3600" b="1">
                <a:solidFill>
                  <a:schemeClr val="bg1"/>
                </a:solidFill>
                <a:latin typeface="Aptos" panose="020B0004020202020204" pitchFamily="34" charset="0"/>
                <a:ea typeface="Open Sans" panose="020B0606030504020204" pitchFamily="34" charset="0"/>
                <a:cs typeface="Open Sans" panose="020B0606030504020204" pitchFamily="34" charset="0"/>
              </a:defRPr>
            </a:lvl1pPr>
          </a:lstStyle>
          <a:p>
            <a:r>
              <a:rPr lang="en-US" noProof="0"/>
              <a:t>Click to add title</a:t>
            </a:r>
          </a:p>
        </p:txBody>
      </p:sp>
      <p:sp>
        <p:nvSpPr>
          <p:cNvPr id="11" name="Text Placeholder 2">
            <a:extLst>
              <a:ext uri="{FF2B5EF4-FFF2-40B4-BE49-F238E27FC236}">
                <a16:creationId xmlns:a16="http://schemas.microsoft.com/office/drawing/2014/main" id="{BFD8C8D7-FC7E-145B-B314-E6EBE79FFB22}"/>
              </a:ext>
            </a:extLst>
          </p:cNvPr>
          <p:cNvSpPr>
            <a:spLocks noGrp="1"/>
          </p:cNvSpPr>
          <p:nvPr>
            <p:ph type="body" idx="1" hasCustomPrompt="1"/>
          </p:nvPr>
        </p:nvSpPr>
        <p:spPr bwMode="gray">
          <a:xfrm>
            <a:off x="457200" y="3456432"/>
            <a:ext cx="11304000" cy="1566532"/>
          </a:xfrm>
        </p:spPr>
        <p:txBody>
          <a:bodyPr lIns="0" tIns="0" rIns="0" bIns="0">
            <a:noAutofit/>
          </a:bodyPr>
          <a:lstStyle>
            <a:lvl1pPr marL="0" indent="0">
              <a:lnSpc>
                <a:spcPct val="95000"/>
              </a:lnSpc>
              <a:spcAft>
                <a:spcPts val="0"/>
              </a:spcAft>
              <a:buNone/>
              <a:defRPr sz="3600" b="0">
                <a:solidFill>
                  <a:schemeClr val="bg1"/>
                </a:solidFill>
                <a:latin typeface="Aptos" panose="020B0004020202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add subtitle</a:t>
            </a:r>
          </a:p>
        </p:txBody>
      </p:sp>
    </p:spTree>
    <p:extLst>
      <p:ext uri="{BB962C8B-B14F-4D97-AF65-F5344CB8AC3E}">
        <p14:creationId xmlns:p14="http://schemas.microsoft.com/office/powerpoint/2010/main" val="2770521371"/>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p:cSld name="1_Divider - Deloitte Accessible Blue">
    <p:bg bwMode="gray">
      <p:bgPr>
        <a:solidFill>
          <a:schemeClr val="accent6"/>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89AEA1EB-B05E-844E-88AE-0B79DF479CCD}"/>
              </a:ext>
            </a:extLst>
          </p:cNvPr>
          <p:cNvSpPr txBox="1"/>
          <p:nvPr/>
        </p:nvSpPr>
        <p:spPr>
          <a:xfrm>
            <a:off x="457200" y="6519672"/>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Copyright © 2026 Deloitte MCS Limited. All rights reserved.</a:t>
            </a:r>
          </a:p>
        </p:txBody>
      </p:sp>
      <p:sp>
        <p:nvSpPr>
          <p:cNvPr id="7" name="TextBox 6">
            <a:extLst>
              <a:ext uri="{FF2B5EF4-FFF2-40B4-BE49-F238E27FC236}">
                <a16:creationId xmlns:a16="http://schemas.microsoft.com/office/drawing/2014/main" id="{F797C4E0-E9D0-9FCD-AFF6-A164148A4809}"/>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bg1"/>
              </a:solidFill>
              <a:latin typeface="Aptos" panose="020B0004020202020204" pitchFamily="34" charset="0"/>
              <a:cs typeface="Calibri" panose="020F0502020204030204" pitchFamily="34" charset="0"/>
            </a:endParaRPr>
          </a:p>
        </p:txBody>
      </p:sp>
      <p:sp>
        <p:nvSpPr>
          <p:cNvPr id="8" name="Title 1">
            <a:extLst>
              <a:ext uri="{FF2B5EF4-FFF2-40B4-BE49-F238E27FC236}">
                <a16:creationId xmlns:a16="http://schemas.microsoft.com/office/drawing/2014/main" id="{2AE58C20-370C-728D-70BA-DDC6ADA47228}"/>
              </a:ext>
            </a:extLst>
          </p:cNvPr>
          <p:cNvSpPr>
            <a:spLocks noGrp="1"/>
          </p:cNvSpPr>
          <p:nvPr>
            <p:ph type="title" hasCustomPrompt="1"/>
          </p:nvPr>
        </p:nvSpPr>
        <p:spPr bwMode="gray">
          <a:xfrm>
            <a:off x="457200" y="1682496"/>
            <a:ext cx="11274552" cy="1592403"/>
          </a:xfrm>
          <a:prstGeom prst="rect">
            <a:avLst/>
          </a:prstGeom>
        </p:spPr>
        <p:txBody>
          <a:bodyPr vert="horz" anchor="b"/>
          <a:lstStyle>
            <a:lvl1pPr>
              <a:lnSpc>
                <a:spcPct val="95000"/>
              </a:lnSpc>
              <a:defRPr sz="3600" b="1">
                <a:solidFill>
                  <a:schemeClr val="bg1"/>
                </a:solidFill>
                <a:latin typeface="Aptos" panose="020B0004020202020204" pitchFamily="34" charset="0"/>
                <a:ea typeface="Open Sans" panose="020B0606030504020204" pitchFamily="34" charset="0"/>
                <a:cs typeface="Open Sans" panose="020B0606030504020204" pitchFamily="34" charset="0"/>
              </a:defRPr>
            </a:lvl1pPr>
          </a:lstStyle>
          <a:p>
            <a:r>
              <a:rPr lang="en-US" noProof="0"/>
              <a:t>Click to add title</a:t>
            </a:r>
          </a:p>
        </p:txBody>
      </p:sp>
      <p:sp>
        <p:nvSpPr>
          <p:cNvPr id="9" name="Text Placeholder 2">
            <a:extLst>
              <a:ext uri="{FF2B5EF4-FFF2-40B4-BE49-F238E27FC236}">
                <a16:creationId xmlns:a16="http://schemas.microsoft.com/office/drawing/2014/main" id="{D692CE7D-8322-F37D-A263-8628F272E568}"/>
              </a:ext>
            </a:extLst>
          </p:cNvPr>
          <p:cNvSpPr>
            <a:spLocks noGrp="1"/>
          </p:cNvSpPr>
          <p:nvPr>
            <p:ph type="body" idx="1" hasCustomPrompt="1"/>
          </p:nvPr>
        </p:nvSpPr>
        <p:spPr bwMode="gray">
          <a:xfrm>
            <a:off x="457200" y="3456432"/>
            <a:ext cx="11304000" cy="1566532"/>
          </a:xfrm>
        </p:spPr>
        <p:txBody>
          <a:bodyPr lIns="0" tIns="0" rIns="0" bIns="0">
            <a:noAutofit/>
          </a:bodyPr>
          <a:lstStyle>
            <a:lvl1pPr marL="0" indent="0">
              <a:lnSpc>
                <a:spcPct val="95000"/>
              </a:lnSpc>
              <a:spcAft>
                <a:spcPts val="0"/>
              </a:spcAft>
              <a:buNone/>
              <a:defRPr sz="3600" b="0">
                <a:solidFill>
                  <a:schemeClr val="bg1"/>
                </a:solidFill>
                <a:latin typeface="Aptos" panose="020B0004020202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add subtitle</a:t>
            </a:r>
          </a:p>
        </p:txBody>
      </p:sp>
    </p:spTree>
    <p:extLst>
      <p:ext uri="{BB962C8B-B14F-4D97-AF65-F5344CB8AC3E}">
        <p14:creationId xmlns:p14="http://schemas.microsoft.com/office/powerpoint/2010/main" val="549746010"/>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11_Divider - Deloitte Black">
    <p:bg bwMode="gray">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F35D1E1-7A9C-AE7F-744F-00D2D0F3439B}"/>
              </a:ext>
            </a:extLst>
          </p:cNvPr>
          <p:cNvSpPr>
            <a:spLocks noGrp="1"/>
          </p:cNvSpPr>
          <p:nvPr>
            <p:ph type="title" hasCustomPrompt="1"/>
          </p:nvPr>
        </p:nvSpPr>
        <p:spPr bwMode="gray">
          <a:xfrm>
            <a:off x="457200" y="1682496"/>
            <a:ext cx="11274552" cy="1592403"/>
          </a:xfrm>
          <a:prstGeom prst="rect">
            <a:avLst/>
          </a:prstGeom>
        </p:spPr>
        <p:txBody>
          <a:bodyPr vert="horz" anchor="b"/>
          <a:lstStyle>
            <a:lvl1pPr>
              <a:lnSpc>
                <a:spcPct val="95000"/>
              </a:lnSpc>
              <a:defRPr sz="3600" b="1">
                <a:solidFill>
                  <a:schemeClr val="bg1"/>
                </a:solidFill>
                <a:latin typeface="Aptos" panose="020B0004020202020204" pitchFamily="34" charset="0"/>
                <a:ea typeface="Open Sans" panose="020B0606030504020204" pitchFamily="34" charset="0"/>
                <a:cs typeface="Open Sans" panose="020B0606030504020204" pitchFamily="34" charset="0"/>
              </a:defRPr>
            </a:lvl1pPr>
          </a:lstStyle>
          <a:p>
            <a:r>
              <a:rPr lang="en-US" noProof="0"/>
              <a:t>Click to add title</a:t>
            </a:r>
          </a:p>
        </p:txBody>
      </p:sp>
      <p:sp>
        <p:nvSpPr>
          <p:cNvPr id="12" name="Text Placeholder 2">
            <a:extLst>
              <a:ext uri="{FF2B5EF4-FFF2-40B4-BE49-F238E27FC236}">
                <a16:creationId xmlns:a16="http://schemas.microsoft.com/office/drawing/2014/main" id="{9D2CC364-3A56-4B32-F356-4C27AC2B9CA1}"/>
              </a:ext>
            </a:extLst>
          </p:cNvPr>
          <p:cNvSpPr>
            <a:spLocks noGrp="1"/>
          </p:cNvSpPr>
          <p:nvPr>
            <p:ph type="body" idx="1" hasCustomPrompt="1"/>
          </p:nvPr>
        </p:nvSpPr>
        <p:spPr bwMode="gray">
          <a:xfrm>
            <a:off x="457200" y="3456432"/>
            <a:ext cx="11304000" cy="1566532"/>
          </a:xfrm>
        </p:spPr>
        <p:txBody>
          <a:bodyPr lIns="0" tIns="0" rIns="0" bIns="0">
            <a:noAutofit/>
          </a:bodyPr>
          <a:lstStyle>
            <a:lvl1pPr marL="0" indent="0">
              <a:lnSpc>
                <a:spcPct val="95000"/>
              </a:lnSpc>
              <a:spcAft>
                <a:spcPts val="0"/>
              </a:spcAft>
              <a:buNone/>
              <a:defRPr sz="3600" b="0">
                <a:solidFill>
                  <a:schemeClr val="bg1"/>
                </a:solidFill>
                <a:latin typeface="Aptos" panose="020B0004020202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add subtitle</a:t>
            </a:r>
          </a:p>
        </p:txBody>
      </p:sp>
    </p:spTree>
    <p:extLst>
      <p:ext uri="{BB962C8B-B14F-4D97-AF65-F5344CB8AC3E}">
        <p14:creationId xmlns:p14="http://schemas.microsoft.com/office/powerpoint/2010/main" val="2272903656"/>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10_Divider - Deloitte Black">
    <p:bg bwMode="gray">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03ED046-AF18-82E4-7A21-15618FB8A3F2}"/>
              </a:ext>
            </a:extLst>
          </p:cNvPr>
          <p:cNvSpPr/>
          <p:nvPr userDrawn="1"/>
        </p:nvSpPr>
        <p:spPr>
          <a:xfrm>
            <a:off x="0" y="0"/>
            <a:ext cx="12192000" cy="6858000"/>
          </a:xfrm>
          <a:prstGeom prst="rect">
            <a:avLst/>
          </a:prstGeom>
          <a:gradFill flip="none" rotWithShape="1">
            <a:gsLst>
              <a:gs pos="0">
                <a:srgbClr val="004F59">
                  <a:lumMod val="94000"/>
                </a:srgbClr>
              </a:gs>
              <a:gs pos="66000">
                <a:srgbClr val="000A0A"/>
              </a:gs>
              <a:gs pos="36000">
                <a:schemeClr val="accent2">
                  <a:lumMod val="0"/>
                </a:schemeClr>
              </a:gs>
              <a:gs pos="100000">
                <a:schemeClr val="accent2">
                  <a:lumMod val="36000"/>
                </a:schemeClr>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F35D1E1-7A9C-AE7F-744F-00D2D0F3439B}"/>
              </a:ext>
            </a:extLst>
          </p:cNvPr>
          <p:cNvSpPr>
            <a:spLocks noGrp="1"/>
          </p:cNvSpPr>
          <p:nvPr>
            <p:ph type="title" hasCustomPrompt="1"/>
          </p:nvPr>
        </p:nvSpPr>
        <p:spPr bwMode="gray">
          <a:xfrm>
            <a:off x="457200" y="1682496"/>
            <a:ext cx="11274552" cy="1592403"/>
          </a:xfrm>
          <a:prstGeom prst="rect">
            <a:avLst/>
          </a:prstGeom>
        </p:spPr>
        <p:txBody>
          <a:bodyPr vert="horz" anchor="b"/>
          <a:lstStyle>
            <a:lvl1pPr>
              <a:lnSpc>
                <a:spcPct val="95000"/>
              </a:lnSpc>
              <a:defRPr sz="3600" b="1">
                <a:solidFill>
                  <a:schemeClr val="bg1"/>
                </a:solidFill>
                <a:latin typeface="Aptos" panose="020B0004020202020204" pitchFamily="34" charset="0"/>
                <a:ea typeface="Open Sans" panose="020B0606030504020204" pitchFamily="34" charset="0"/>
                <a:cs typeface="Open Sans" panose="020B0606030504020204" pitchFamily="34" charset="0"/>
              </a:defRPr>
            </a:lvl1pPr>
          </a:lstStyle>
          <a:p>
            <a:r>
              <a:rPr lang="en-US" noProof="0"/>
              <a:t>Click to add title</a:t>
            </a:r>
          </a:p>
        </p:txBody>
      </p:sp>
      <p:sp>
        <p:nvSpPr>
          <p:cNvPr id="12" name="Text Placeholder 2">
            <a:extLst>
              <a:ext uri="{FF2B5EF4-FFF2-40B4-BE49-F238E27FC236}">
                <a16:creationId xmlns:a16="http://schemas.microsoft.com/office/drawing/2014/main" id="{9D2CC364-3A56-4B32-F356-4C27AC2B9CA1}"/>
              </a:ext>
            </a:extLst>
          </p:cNvPr>
          <p:cNvSpPr>
            <a:spLocks noGrp="1"/>
          </p:cNvSpPr>
          <p:nvPr>
            <p:ph type="body" idx="1" hasCustomPrompt="1"/>
          </p:nvPr>
        </p:nvSpPr>
        <p:spPr bwMode="gray">
          <a:xfrm>
            <a:off x="457200" y="3456432"/>
            <a:ext cx="11304000" cy="1566532"/>
          </a:xfrm>
        </p:spPr>
        <p:txBody>
          <a:bodyPr lIns="0" tIns="0" rIns="0" bIns="0">
            <a:noAutofit/>
          </a:bodyPr>
          <a:lstStyle>
            <a:lvl1pPr marL="0" indent="0">
              <a:lnSpc>
                <a:spcPct val="95000"/>
              </a:lnSpc>
              <a:spcAft>
                <a:spcPts val="0"/>
              </a:spcAft>
              <a:buNone/>
              <a:defRPr sz="3600" b="0">
                <a:solidFill>
                  <a:schemeClr val="bg1"/>
                </a:solidFill>
                <a:latin typeface="Aptos" panose="020B0004020202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add subtitle</a:t>
            </a:r>
          </a:p>
        </p:txBody>
      </p:sp>
      <p:sp>
        <p:nvSpPr>
          <p:cNvPr id="3" name="Copyright">
            <a:extLst>
              <a:ext uri="{FF2B5EF4-FFF2-40B4-BE49-F238E27FC236}">
                <a16:creationId xmlns:a16="http://schemas.microsoft.com/office/drawing/2014/main" id="{DA565FA6-6FC4-DA9A-37B5-DC92ACD4F6A8}"/>
              </a:ext>
            </a:extLst>
          </p:cNvPr>
          <p:cNvSpPr txBox="1"/>
          <p:nvPr userDrawn="1"/>
        </p:nvSpPr>
        <p:spPr>
          <a:xfrm>
            <a:off x="457200" y="6519672"/>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Copyright © 2026 Deloitte MCS Limited. All rights reserved.</a:t>
            </a:r>
          </a:p>
        </p:txBody>
      </p:sp>
    </p:spTree>
    <p:extLst>
      <p:ext uri="{BB962C8B-B14F-4D97-AF65-F5344CB8AC3E}">
        <p14:creationId xmlns:p14="http://schemas.microsoft.com/office/powerpoint/2010/main" val="1253494417"/>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9_Divider - Deloitte Black">
    <p:bg bwMode="gray">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03ED046-AF18-82E4-7A21-15618FB8A3F2}"/>
              </a:ext>
            </a:extLst>
          </p:cNvPr>
          <p:cNvSpPr/>
          <p:nvPr userDrawn="1"/>
        </p:nvSpPr>
        <p:spPr>
          <a:xfrm>
            <a:off x="0" y="0"/>
            <a:ext cx="12192000" cy="6858000"/>
          </a:xfrm>
          <a:prstGeom prst="rect">
            <a:avLst/>
          </a:prstGeom>
          <a:gradFill flip="none" rotWithShape="1">
            <a:gsLst>
              <a:gs pos="0">
                <a:schemeClr val="accent4">
                  <a:lumMod val="42776"/>
                </a:schemeClr>
              </a:gs>
              <a:gs pos="76000">
                <a:srgbClr val="000A0A"/>
              </a:gs>
              <a:gs pos="37000">
                <a:schemeClr val="accent2">
                  <a:lumMod val="0"/>
                </a:schemeClr>
              </a:gs>
              <a:gs pos="100000">
                <a:schemeClr val="accent4">
                  <a:lumMod val="51851"/>
                </a:schemeClr>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D47FF02A-4494-EF84-B1FC-43791FDEBBEA}"/>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6060558" y="0"/>
            <a:ext cx="6131442" cy="6858000"/>
          </a:xfrm>
          <a:prstGeom prst="rect">
            <a:avLst/>
          </a:prstGeom>
        </p:spPr>
      </p:pic>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5" progId="TCLayout.ActiveDocument.1">
                  <p:embed/>
                </p:oleObj>
              </mc:Choice>
              <mc:Fallback>
                <p:oleObj name="think-cell Slide" r:id="rId4"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F35D1E1-7A9C-AE7F-744F-00D2D0F3439B}"/>
              </a:ext>
            </a:extLst>
          </p:cNvPr>
          <p:cNvSpPr>
            <a:spLocks noGrp="1"/>
          </p:cNvSpPr>
          <p:nvPr>
            <p:ph type="title" hasCustomPrompt="1"/>
          </p:nvPr>
        </p:nvSpPr>
        <p:spPr bwMode="gray">
          <a:xfrm>
            <a:off x="457200" y="1682496"/>
            <a:ext cx="11274552" cy="1592403"/>
          </a:xfrm>
          <a:prstGeom prst="rect">
            <a:avLst/>
          </a:prstGeom>
        </p:spPr>
        <p:txBody>
          <a:bodyPr vert="horz" anchor="b"/>
          <a:lstStyle>
            <a:lvl1pPr>
              <a:lnSpc>
                <a:spcPct val="95000"/>
              </a:lnSpc>
              <a:defRPr sz="3600" b="1">
                <a:solidFill>
                  <a:schemeClr val="bg1"/>
                </a:solidFill>
                <a:latin typeface="Aptos" panose="020B0004020202020204" pitchFamily="34" charset="0"/>
                <a:ea typeface="Open Sans" panose="020B0606030504020204" pitchFamily="34" charset="0"/>
                <a:cs typeface="Open Sans" panose="020B0606030504020204" pitchFamily="34" charset="0"/>
              </a:defRPr>
            </a:lvl1pPr>
          </a:lstStyle>
          <a:p>
            <a:r>
              <a:rPr lang="en-US" noProof="0"/>
              <a:t>Click to add title</a:t>
            </a:r>
          </a:p>
        </p:txBody>
      </p:sp>
      <p:sp>
        <p:nvSpPr>
          <p:cNvPr id="12" name="Text Placeholder 2">
            <a:extLst>
              <a:ext uri="{FF2B5EF4-FFF2-40B4-BE49-F238E27FC236}">
                <a16:creationId xmlns:a16="http://schemas.microsoft.com/office/drawing/2014/main" id="{9D2CC364-3A56-4B32-F356-4C27AC2B9CA1}"/>
              </a:ext>
            </a:extLst>
          </p:cNvPr>
          <p:cNvSpPr>
            <a:spLocks noGrp="1"/>
          </p:cNvSpPr>
          <p:nvPr>
            <p:ph type="body" idx="1" hasCustomPrompt="1"/>
          </p:nvPr>
        </p:nvSpPr>
        <p:spPr bwMode="gray">
          <a:xfrm>
            <a:off x="457200" y="3456432"/>
            <a:ext cx="11304000" cy="1566532"/>
          </a:xfrm>
        </p:spPr>
        <p:txBody>
          <a:bodyPr lIns="0" tIns="0" rIns="0" bIns="0">
            <a:noAutofit/>
          </a:bodyPr>
          <a:lstStyle>
            <a:lvl1pPr marL="0" indent="0">
              <a:lnSpc>
                <a:spcPct val="95000"/>
              </a:lnSpc>
              <a:spcAft>
                <a:spcPts val="0"/>
              </a:spcAft>
              <a:buNone/>
              <a:defRPr sz="3600" b="0">
                <a:solidFill>
                  <a:schemeClr val="bg1"/>
                </a:solidFill>
                <a:latin typeface="Aptos" panose="020B0004020202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add subtitle</a:t>
            </a:r>
          </a:p>
        </p:txBody>
      </p:sp>
      <p:sp>
        <p:nvSpPr>
          <p:cNvPr id="3" name="Copyright">
            <a:extLst>
              <a:ext uri="{FF2B5EF4-FFF2-40B4-BE49-F238E27FC236}">
                <a16:creationId xmlns:a16="http://schemas.microsoft.com/office/drawing/2014/main" id="{DA565FA6-6FC4-DA9A-37B5-DC92ACD4F6A8}"/>
              </a:ext>
            </a:extLst>
          </p:cNvPr>
          <p:cNvSpPr txBox="1"/>
          <p:nvPr userDrawn="1"/>
        </p:nvSpPr>
        <p:spPr>
          <a:xfrm>
            <a:off x="457200" y="6519672"/>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Copyright © 2026 Deloitte MCS Limited. All rights reserved.</a:t>
            </a:r>
          </a:p>
        </p:txBody>
      </p:sp>
    </p:spTree>
    <p:extLst>
      <p:ext uri="{BB962C8B-B14F-4D97-AF65-F5344CB8AC3E}">
        <p14:creationId xmlns:p14="http://schemas.microsoft.com/office/powerpoint/2010/main" val="334825186"/>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8_Divider - Deloitte Black">
    <p:bg bwMode="gray">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03ED046-AF18-82E4-7A21-15618FB8A3F2}"/>
              </a:ext>
            </a:extLst>
          </p:cNvPr>
          <p:cNvSpPr/>
          <p:nvPr userDrawn="1"/>
        </p:nvSpPr>
        <p:spPr>
          <a:xfrm>
            <a:off x="0" y="0"/>
            <a:ext cx="12192000" cy="6858000"/>
          </a:xfrm>
          <a:prstGeom prst="rect">
            <a:avLst/>
          </a:prstGeom>
          <a:gradFill flip="none" rotWithShape="1">
            <a:gsLst>
              <a:gs pos="0">
                <a:schemeClr val="accent4">
                  <a:lumMod val="64567"/>
                </a:schemeClr>
              </a:gs>
              <a:gs pos="76000">
                <a:srgbClr val="000A0A"/>
              </a:gs>
              <a:gs pos="37000">
                <a:schemeClr val="accent2">
                  <a:lumMod val="0"/>
                </a:schemeClr>
              </a:gs>
              <a:gs pos="100000">
                <a:schemeClr val="accent4">
                  <a:lumMod val="51851"/>
                </a:schemeClr>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D47FF02A-4494-EF84-B1FC-43791FDEBBEA}"/>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6060558" y="0"/>
            <a:ext cx="6131442" cy="6858000"/>
          </a:xfrm>
          <a:prstGeom prst="rect">
            <a:avLst/>
          </a:prstGeom>
        </p:spPr>
      </p:pic>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5" progId="TCLayout.ActiveDocument.1">
                  <p:embed/>
                </p:oleObj>
              </mc:Choice>
              <mc:Fallback>
                <p:oleObj name="think-cell Slide" r:id="rId4"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F35D1E1-7A9C-AE7F-744F-00D2D0F3439B}"/>
              </a:ext>
            </a:extLst>
          </p:cNvPr>
          <p:cNvSpPr>
            <a:spLocks noGrp="1"/>
          </p:cNvSpPr>
          <p:nvPr>
            <p:ph type="title" hasCustomPrompt="1"/>
          </p:nvPr>
        </p:nvSpPr>
        <p:spPr bwMode="gray">
          <a:xfrm>
            <a:off x="457200" y="1682496"/>
            <a:ext cx="11274552" cy="1592403"/>
          </a:xfrm>
          <a:prstGeom prst="rect">
            <a:avLst/>
          </a:prstGeom>
        </p:spPr>
        <p:txBody>
          <a:bodyPr vert="horz" anchor="b"/>
          <a:lstStyle>
            <a:lvl1pPr>
              <a:lnSpc>
                <a:spcPct val="95000"/>
              </a:lnSpc>
              <a:defRPr sz="3600" b="1">
                <a:solidFill>
                  <a:schemeClr val="bg1"/>
                </a:solidFill>
                <a:latin typeface="Aptos" panose="020B0004020202020204" pitchFamily="34" charset="0"/>
                <a:ea typeface="Open Sans" panose="020B0606030504020204" pitchFamily="34" charset="0"/>
                <a:cs typeface="Open Sans" panose="020B0606030504020204" pitchFamily="34" charset="0"/>
              </a:defRPr>
            </a:lvl1pPr>
          </a:lstStyle>
          <a:p>
            <a:r>
              <a:rPr lang="en-US" noProof="0"/>
              <a:t>Click to add title</a:t>
            </a:r>
          </a:p>
        </p:txBody>
      </p:sp>
      <p:sp>
        <p:nvSpPr>
          <p:cNvPr id="12" name="Text Placeholder 2">
            <a:extLst>
              <a:ext uri="{FF2B5EF4-FFF2-40B4-BE49-F238E27FC236}">
                <a16:creationId xmlns:a16="http://schemas.microsoft.com/office/drawing/2014/main" id="{9D2CC364-3A56-4B32-F356-4C27AC2B9CA1}"/>
              </a:ext>
            </a:extLst>
          </p:cNvPr>
          <p:cNvSpPr>
            <a:spLocks noGrp="1"/>
          </p:cNvSpPr>
          <p:nvPr>
            <p:ph type="body" idx="1" hasCustomPrompt="1"/>
          </p:nvPr>
        </p:nvSpPr>
        <p:spPr bwMode="gray">
          <a:xfrm>
            <a:off x="457200" y="3456432"/>
            <a:ext cx="11304000" cy="1566532"/>
          </a:xfrm>
        </p:spPr>
        <p:txBody>
          <a:bodyPr lIns="0" tIns="0" rIns="0" bIns="0">
            <a:noAutofit/>
          </a:bodyPr>
          <a:lstStyle>
            <a:lvl1pPr marL="0" indent="0">
              <a:lnSpc>
                <a:spcPct val="95000"/>
              </a:lnSpc>
              <a:spcAft>
                <a:spcPts val="0"/>
              </a:spcAft>
              <a:buNone/>
              <a:defRPr sz="3600" b="0">
                <a:solidFill>
                  <a:schemeClr val="bg1"/>
                </a:solidFill>
                <a:latin typeface="Aptos" panose="020B0004020202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add subtitle</a:t>
            </a:r>
          </a:p>
        </p:txBody>
      </p:sp>
      <p:sp>
        <p:nvSpPr>
          <p:cNvPr id="3" name="Copyright">
            <a:extLst>
              <a:ext uri="{FF2B5EF4-FFF2-40B4-BE49-F238E27FC236}">
                <a16:creationId xmlns:a16="http://schemas.microsoft.com/office/drawing/2014/main" id="{DA565FA6-6FC4-DA9A-37B5-DC92ACD4F6A8}"/>
              </a:ext>
            </a:extLst>
          </p:cNvPr>
          <p:cNvSpPr txBox="1"/>
          <p:nvPr userDrawn="1"/>
        </p:nvSpPr>
        <p:spPr>
          <a:xfrm>
            <a:off x="457200" y="6519672"/>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Copyright © 2026 Deloitte MCS Limited. All rights reserved.</a:t>
            </a:r>
          </a:p>
        </p:txBody>
      </p:sp>
    </p:spTree>
    <p:extLst>
      <p:ext uri="{BB962C8B-B14F-4D97-AF65-F5344CB8AC3E}">
        <p14:creationId xmlns:p14="http://schemas.microsoft.com/office/powerpoint/2010/main" val="2336247418"/>
      </p:ext>
    </p:extLst>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7_Divider - Deloitte Black">
    <p:bg bwMode="gray">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03ED046-AF18-82E4-7A21-15618FB8A3F2}"/>
              </a:ext>
            </a:extLst>
          </p:cNvPr>
          <p:cNvSpPr/>
          <p:nvPr userDrawn="1"/>
        </p:nvSpPr>
        <p:spPr>
          <a:xfrm>
            <a:off x="0" y="0"/>
            <a:ext cx="12192000" cy="6858000"/>
          </a:xfrm>
          <a:prstGeom prst="rect">
            <a:avLst/>
          </a:prstGeom>
          <a:gradFill flip="none" rotWithShape="1">
            <a:gsLst>
              <a:gs pos="0">
                <a:schemeClr val="accent4">
                  <a:lumMod val="64567"/>
                </a:schemeClr>
              </a:gs>
              <a:gs pos="76000">
                <a:srgbClr val="000A0A"/>
              </a:gs>
              <a:gs pos="37000">
                <a:schemeClr val="accent2">
                  <a:lumMod val="0"/>
                </a:schemeClr>
              </a:gs>
              <a:gs pos="100000">
                <a:schemeClr val="accent4">
                  <a:lumMod val="51851"/>
                </a:schemeClr>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D47FF02A-4494-EF84-B1FC-43791FDEBBEA}"/>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5465135" y="0"/>
            <a:ext cx="6726865" cy="6858000"/>
          </a:xfrm>
          <a:prstGeom prst="rect">
            <a:avLst/>
          </a:prstGeom>
        </p:spPr>
      </p:pic>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5" progId="TCLayout.ActiveDocument.1">
                  <p:embed/>
                </p:oleObj>
              </mc:Choice>
              <mc:Fallback>
                <p:oleObj name="think-cell Slide" r:id="rId4"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F35D1E1-7A9C-AE7F-744F-00D2D0F3439B}"/>
              </a:ext>
            </a:extLst>
          </p:cNvPr>
          <p:cNvSpPr>
            <a:spLocks noGrp="1"/>
          </p:cNvSpPr>
          <p:nvPr>
            <p:ph type="title" hasCustomPrompt="1"/>
          </p:nvPr>
        </p:nvSpPr>
        <p:spPr bwMode="gray">
          <a:xfrm>
            <a:off x="457200" y="1682496"/>
            <a:ext cx="11274552" cy="1592403"/>
          </a:xfrm>
          <a:prstGeom prst="rect">
            <a:avLst/>
          </a:prstGeom>
        </p:spPr>
        <p:txBody>
          <a:bodyPr vert="horz" anchor="b"/>
          <a:lstStyle>
            <a:lvl1pPr>
              <a:lnSpc>
                <a:spcPct val="95000"/>
              </a:lnSpc>
              <a:defRPr sz="3600" b="1">
                <a:solidFill>
                  <a:schemeClr val="bg1"/>
                </a:solidFill>
                <a:latin typeface="Aptos" panose="020B0004020202020204" pitchFamily="34" charset="0"/>
                <a:ea typeface="Open Sans" panose="020B0606030504020204" pitchFamily="34" charset="0"/>
                <a:cs typeface="Open Sans" panose="020B0606030504020204" pitchFamily="34" charset="0"/>
              </a:defRPr>
            </a:lvl1pPr>
          </a:lstStyle>
          <a:p>
            <a:r>
              <a:rPr lang="en-US" noProof="0"/>
              <a:t>Click to add title</a:t>
            </a:r>
          </a:p>
        </p:txBody>
      </p:sp>
      <p:sp>
        <p:nvSpPr>
          <p:cNvPr id="12" name="Text Placeholder 2">
            <a:extLst>
              <a:ext uri="{FF2B5EF4-FFF2-40B4-BE49-F238E27FC236}">
                <a16:creationId xmlns:a16="http://schemas.microsoft.com/office/drawing/2014/main" id="{9D2CC364-3A56-4B32-F356-4C27AC2B9CA1}"/>
              </a:ext>
            </a:extLst>
          </p:cNvPr>
          <p:cNvSpPr>
            <a:spLocks noGrp="1"/>
          </p:cNvSpPr>
          <p:nvPr>
            <p:ph type="body" idx="1" hasCustomPrompt="1"/>
          </p:nvPr>
        </p:nvSpPr>
        <p:spPr bwMode="gray">
          <a:xfrm>
            <a:off x="457200" y="3456432"/>
            <a:ext cx="11304000" cy="1566532"/>
          </a:xfrm>
        </p:spPr>
        <p:txBody>
          <a:bodyPr lIns="0" tIns="0" rIns="0" bIns="0">
            <a:noAutofit/>
          </a:bodyPr>
          <a:lstStyle>
            <a:lvl1pPr marL="0" indent="0">
              <a:lnSpc>
                <a:spcPct val="95000"/>
              </a:lnSpc>
              <a:spcAft>
                <a:spcPts val="0"/>
              </a:spcAft>
              <a:buNone/>
              <a:defRPr sz="3600" b="0">
                <a:solidFill>
                  <a:schemeClr val="bg1"/>
                </a:solidFill>
                <a:latin typeface="Aptos" panose="020B0004020202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add subtitle</a:t>
            </a:r>
          </a:p>
        </p:txBody>
      </p:sp>
      <p:sp>
        <p:nvSpPr>
          <p:cNvPr id="3" name="Copyright">
            <a:extLst>
              <a:ext uri="{FF2B5EF4-FFF2-40B4-BE49-F238E27FC236}">
                <a16:creationId xmlns:a16="http://schemas.microsoft.com/office/drawing/2014/main" id="{DA565FA6-6FC4-DA9A-37B5-DC92ACD4F6A8}"/>
              </a:ext>
            </a:extLst>
          </p:cNvPr>
          <p:cNvSpPr txBox="1"/>
          <p:nvPr userDrawn="1"/>
        </p:nvSpPr>
        <p:spPr>
          <a:xfrm>
            <a:off x="457200" y="6519672"/>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Copyright © 2026 Deloitte MCS Limited. All rights reserved.</a:t>
            </a:r>
          </a:p>
        </p:txBody>
      </p:sp>
    </p:spTree>
    <p:extLst>
      <p:ext uri="{BB962C8B-B14F-4D97-AF65-F5344CB8AC3E}">
        <p14:creationId xmlns:p14="http://schemas.microsoft.com/office/powerpoint/2010/main" val="3260856975"/>
      </p:ext>
    </p:extLst>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6_Divider - Deloitte Black">
    <p:bg bwMode="gray">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7FF02A-4494-EF84-B1FC-43791FDEBBEA}"/>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5" progId="TCLayout.ActiveDocument.1">
                  <p:embed/>
                </p:oleObj>
              </mc:Choice>
              <mc:Fallback>
                <p:oleObj name="think-cell Slide" r:id="rId4"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F35D1E1-7A9C-AE7F-744F-00D2D0F3439B}"/>
              </a:ext>
            </a:extLst>
          </p:cNvPr>
          <p:cNvSpPr>
            <a:spLocks noGrp="1"/>
          </p:cNvSpPr>
          <p:nvPr>
            <p:ph type="title" hasCustomPrompt="1"/>
          </p:nvPr>
        </p:nvSpPr>
        <p:spPr bwMode="gray">
          <a:xfrm>
            <a:off x="457200" y="1682496"/>
            <a:ext cx="11274552" cy="1592403"/>
          </a:xfrm>
          <a:prstGeom prst="rect">
            <a:avLst/>
          </a:prstGeom>
        </p:spPr>
        <p:txBody>
          <a:bodyPr vert="horz" anchor="b"/>
          <a:lstStyle>
            <a:lvl1pPr>
              <a:lnSpc>
                <a:spcPct val="95000"/>
              </a:lnSpc>
              <a:defRPr sz="3600" b="1">
                <a:solidFill>
                  <a:schemeClr val="bg1"/>
                </a:solidFill>
                <a:latin typeface="Aptos" panose="020B0004020202020204" pitchFamily="34" charset="0"/>
                <a:ea typeface="Open Sans" panose="020B0606030504020204" pitchFamily="34" charset="0"/>
                <a:cs typeface="Open Sans" panose="020B0606030504020204" pitchFamily="34" charset="0"/>
              </a:defRPr>
            </a:lvl1pPr>
          </a:lstStyle>
          <a:p>
            <a:r>
              <a:rPr lang="en-US" noProof="0"/>
              <a:t>Click to add title</a:t>
            </a:r>
          </a:p>
        </p:txBody>
      </p:sp>
      <p:sp>
        <p:nvSpPr>
          <p:cNvPr id="12" name="Text Placeholder 2">
            <a:extLst>
              <a:ext uri="{FF2B5EF4-FFF2-40B4-BE49-F238E27FC236}">
                <a16:creationId xmlns:a16="http://schemas.microsoft.com/office/drawing/2014/main" id="{9D2CC364-3A56-4B32-F356-4C27AC2B9CA1}"/>
              </a:ext>
            </a:extLst>
          </p:cNvPr>
          <p:cNvSpPr>
            <a:spLocks noGrp="1"/>
          </p:cNvSpPr>
          <p:nvPr>
            <p:ph type="body" idx="1" hasCustomPrompt="1"/>
          </p:nvPr>
        </p:nvSpPr>
        <p:spPr bwMode="gray">
          <a:xfrm>
            <a:off x="457200" y="3456432"/>
            <a:ext cx="11304000" cy="1566532"/>
          </a:xfrm>
        </p:spPr>
        <p:txBody>
          <a:bodyPr lIns="0" tIns="0" rIns="0" bIns="0">
            <a:noAutofit/>
          </a:bodyPr>
          <a:lstStyle>
            <a:lvl1pPr marL="0" indent="0">
              <a:lnSpc>
                <a:spcPct val="95000"/>
              </a:lnSpc>
              <a:spcAft>
                <a:spcPts val="0"/>
              </a:spcAft>
              <a:buNone/>
              <a:defRPr sz="3600" b="0">
                <a:solidFill>
                  <a:schemeClr val="bg1"/>
                </a:solidFill>
                <a:latin typeface="Aptos" panose="020B0004020202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add subtitle</a:t>
            </a:r>
          </a:p>
        </p:txBody>
      </p:sp>
      <p:sp>
        <p:nvSpPr>
          <p:cNvPr id="3" name="Copyright">
            <a:extLst>
              <a:ext uri="{FF2B5EF4-FFF2-40B4-BE49-F238E27FC236}">
                <a16:creationId xmlns:a16="http://schemas.microsoft.com/office/drawing/2014/main" id="{DA565FA6-6FC4-DA9A-37B5-DC92ACD4F6A8}"/>
              </a:ext>
            </a:extLst>
          </p:cNvPr>
          <p:cNvSpPr txBox="1"/>
          <p:nvPr userDrawn="1"/>
        </p:nvSpPr>
        <p:spPr>
          <a:xfrm>
            <a:off x="457200" y="6519672"/>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Copyright © 2026 Deloitte MCS Limited. All rights reserved.</a:t>
            </a:r>
          </a:p>
        </p:txBody>
      </p:sp>
    </p:spTree>
    <p:extLst>
      <p:ext uri="{BB962C8B-B14F-4D97-AF65-F5344CB8AC3E}">
        <p14:creationId xmlns:p14="http://schemas.microsoft.com/office/powerpoint/2010/main" val="775178630"/>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96593EEB-1CDC-4080-8C11-602DEAE1026D}"/>
              </a:ext>
            </a:extLst>
          </p:cNvPr>
          <p:cNvSpPr>
            <a:spLocks noGrp="1"/>
          </p:cNvSpPr>
          <p:nvPr>
            <p:ph type="title" hasCustomPrompt="1"/>
          </p:nvPr>
        </p:nvSpPr>
        <p:spPr>
          <a:xfrm>
            <a:off x="457200" y="342900"/>
            <a:ext cx="11274552" cy="342000"/>
          </a:xfrm>
          <a:prstGeom prst="rect">
            <a:avLst/>
          </a:prstGeom>
        </p:spPr>
        <p:txBody>
          <a:bodyPr vert="horz" lIns="0" tIns="0" rIns="0" bIns="0" rtlCol="0" anchor="t" anchorCtr="0">
            <a:noAutofit/>
          </a:bodyPr>
          <a:lstStyle>
            <a:lvl1pPr>
              <a:defRPr sz="2100" b="1">
                <a:latin typeface="Aptos" panose="020B0004020202020204" pitchFamily="34" charset="0"/>
              </a:defRPr>
            </a:lvl1pPr>
          </a:lstStyle>
          <a:p>
            <a:r>
              <a:rPr lang="en-US"/>
              <a:t>Click to add title</a:t>
            </a:r>
          </a:p>
        </p:txBody>
      </p:sp>
      <p:sp>
        <p:nvSpPr>
          <p:cNvPr id="7" name="Text Placeholder 8">
            <a:extLst>
              <a:ext uri="{FF2B5EF4-FFF2-40B4-BE49-F238E27FC236}">
                <a16:creationId xmlns:a16="http://schemas.microsoft.com/office/drawing/2014/main" id="{46B1BCFD-A14A-DBB3-DE5F-4E0C77D1AE33}"/>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600" b="0">
                <a:solidFill>
                  <a:schemeClr val="tx2"/>
                </a:solidFill>
                <a:latin typeface="Aptos" panose="020B0004020202020204" pitchFamily="34" charset="0"/>
              </a:defRPr>
            </a:lvl1pPr>
          </a:lstStyle>
          <a:p>
            <a:pPr lvl="0"/>
            <a:r>
              <a:rPr lang="en-US"/>
              <a:t>Click to add subtitle</a:t>
            </a:r>
          </a:p>
        </p:txBody>
      </p:sp>
    </p:spTree>
    <p:extLst>
      <p:ext uri="{BB962C8B-B14F-4D97-AF65-F5344CB8AC3E}">
        <p14:creationId xmlns:p14="http://schemas.microsoft.com/office/powerpoint/2010/main" val="1324350021"/>
      </p:ext>
    </p:extLst>
  </p:cSld>
  <p:clrMapOvr>
    <a:masterClrMapping/>
  </p:clrMapOvr>
  <p:transition>
    <p:fade/>
  </p:transition>
  <p:hf hdr="0" dt="0"/>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4_Title, subtitle Black">
    <p:bg bwMode="gray">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03ED046-AF18-82E4-7A21-15618FB8A3F2}"/>
              </a:ext>
            </a:extLst>
          </p:cNvPr>
          <p:cNvSpPr/>
          <p:nvPr userDrawn="1"/>
        </p:nvSpPr>
        <p:spPr>
          <a:xfrm>
            <a:off x="0" y="0"/>
            <a:ext cx="12192000" cy="6858000"/>
          </a:xfrm>
          <a:prstGeom prst="rect">
            <a:avLst/>
          </a:prstGeom>
          <a:gradFill flip="none" rotWithShape="1">
            <a:gsLst>
              <a:gs pos="0">
                <a:srgbClr val="004F59">
                  <a:lumMod val="80999"/>
                </a:srgbClr>
              </a:gs>
              <a:gs pos="77000">
                <a:srgbClr val="000A0A">
                  <a:lumMod val="85101"/>
                </a:srgbClr>
              </a:gs>
              <a:gs pos="36000">
                <a:schemeClr val="accent2">
                  <a:lumMod val="0"/>
                </a:schemeClr>
              </a:gs>
              <a:gs pos="100000">
                <a:schemeClr val="accent2">
                  <a:lumMod val="35000"/>
                </a:schemeClr>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4"/>
          </a:p>
        </p:txBody>
      </p:sp>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9" y="1589"/>
                        <a:ext cx="1588" cy="1588"/>
                      </a:xfrm>
                      <a:prstGeom prst="rect">
                        <a:avLst/>
                      </a:prstGeom>
                    </p:spPr>
                  </p:pic>
                </p:oleObj>
              </mc:Fallback>
            </mc:AlternateContent>
          </a:graphicData>
        </a:graphic>
      </p:graphicFrame>
      <p:sp>
        <p:nvSpPr>
          <p:cNvPr id="4" name="Text Placeholder 8">
            <a:extLst>
              <a:ext uri="{FF2B5EF4-FFF2-40B4-BE49-F238E27FC236}">
                <a16:creationId xmlns:a16="http://schemas.microsoft.com/office/drawing/2014/main" id="{A34C2DE6-EC31-BE01-7BD2-58B7EEBECCD3}"/>
              </a:ext>
            </a:extLst>
          </p:cNvPr>
          <p:cNvSpPr>
            <a:spLocks noGrp="1"/>
          </p:cNvSpPr>
          <p:nvPr>
            <p:ph type="body" sz="quarter" idx="13" hasCustomPrompt="1"/>
          </p:nvPr>
        </p:nvSpPr>
        <p:spPr>
          <a:xfrm>
            <a:off x="457200" y="684000"/>
            <a:ext cx="11274552" cy="246221"/>
          </a:xfrm>
          <a:prstGeom prst="rect">
            <a:avLst/>
          </a:prstGeom>
        </p:spPr>
        <p:txBody>
          <a:bodyPr lIns="0" tIns="0" rIns="0" bIns="0" anchor="t" anchorCtr="0">
            <a:spAutoFit/>
          </a:bodyPr>
          <a:lstStyle>
            <a:lvl1pPr marL="0" indent="0">
              <a:spcBef>
                <a:spcPts val="0"/>
              </a:spcBef>
              <a:spcAft>
                <a:spcPts val="0"/>
              </a:spcAft>
              <a:buNone/>
              <a:defRPr sz="1600" b="0">
                <a:solidFill>
                  <a:schemeClr val="bg1"/>
                </a:solidFill>
                <a:latin typeface="Aptos" panose="020B0004020202020204" pitchFamily="34" charset="0"/>
              </a:defRPr>
            </a:lvl1pPr>
          </a:lstStyle>
          <a:p>
            <a:pPr lvl="0"/>
            <a:r>
              <a:rPr lang="en-US"/>
              <a:t>Click to add subtitle</a:t>
            </a:r>
          </a:p>
        </p:txBody>
      </p:sp>
      <p:sp>
        <p:nvSpPr>
          <p:cNvPr id="5" name="Title Placeholder 1">
            <a:extLst>
              <a:ext uri="{FF2B5EF4-FFF2-40B4-BE49-F238E27FC236}">
                <a16:creationId xmlns:a16="http://schemas.microsoft.com/office/drawing/2014/main" id="{85EDC7F0-9BB1-04C7-EBDD-062EA8D6AD70}"/>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a:t>Click to add title</a:t>
            </a:r>
          </a:p>
        </p:txBody>
      </p:sp>
      <p:sp>
        <p:nvSpPr>
          <p:cNvPr id="3" name="Copyright">
            <a:extLst>
              <a:ext uri="{FF2B5EF4-FFF2-40B4-BE49-F238E27FC236}">
                <a16:creationId xmlns:a16="http://schemas.microsoft.com/office/drawing/2014/main" id="{ACA133C0-D35E-9B50-357D-5C3671795C70}"/>
              </a:ext>
            </a:extLst>
          </p:cNvPr>
          <p:cNvSpPr txBox="1"/>
          <p:nvPr userDrawn="1"/>
        </p:nvSpPr>
        <p:spPr>
          <a:xfrm>
            <a:off x="457200" y="6519672"/>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Copyright © 2026 Deloitte MCS Limited. All rights reserved.</a:t>
            </a:r>
          </a:p>
        </p:txBody>
      </p:sp>
      <p:sp>
        <p:nvSpPr>
          <p:cNvPr id="6" name="TextBox 5">
            <a:extLst>
              <a:ext uri="{FF2B5EF4-FFF2-40B4-BE49-F238E27FC236}">
                <a16:creationId xmlns:a16="http://schemas.microsoft.com/office/drawing/2014/main" id="{1A08709D-FE1D-4703-8112-7845B1937CD0}"/>
              </a:ext>
            </a:extLst>
          </p:cNvPr>
          <p:cNvSpPr txBox="1"/>
          <p:nvPr userDrawn="1"/>
        </p:nvSpPr>
        <p:spPr>
          <a:xfrm>
            <a:off x="11426827" y="6519675"/>
            <a:ext cx="307975" cy="123111"/>
          </a:xfrm>
          <a:prstGeom prst="rect">
            <a:avLst/>
          </a:prstGeom>
          <a:noFill/>
        </p:spPr>
        <p:txBody>
          <a:bodyPr wrap="square" lIns="0" tIns="0" rIns="0" bIns="0" rtlCol="0">
            <a:spAutoFit/>
          </a:bodyPr>
          <a:lstStyle/>
          <a:p>
            <a:pPr marL="0" indent="0" algn="r">
              <a:spcBef>
                <a:spcPts val="451"/>
              </a:spcBef>
              <a:buSzPct val="100000"/>
              <a:buFont typeface="Arial"/>
              <a:buNone/>
            </a:pPr>
            <a:fld id="{C58DF478-B544-4ED8-9ED4-6A2648E2D233}" type="slidenum">
              <a:rPr lang="en-US" sz="800" noProof="0" smtClean="0">
                <a:solidFill>
                  <a:schemeClr val="bg1"/>
                </a:solidFill>
                <a:latin typeface="Aptos" panose="020B0004020202020204" pitchFamily="34" charset="0"/>
                <a:cs typeface="Calibri" panose="020F0502020204030204" pitchFamily="34" charset="0"/>
              </a:rPr>
              <a:pPr marL="0" indent="0" algn="r">
                <a:spcBef>
                  <a:spcPts val="451"/>
                </a:spcBef>
                <a:buSzPct val="100000"/>
                <a:buFont typeface="Arial"/>
                <a:buNone/>
              </a:pPr>
              <a:t>‹#›</a:t>
            </a:fld>
            <a:endParaRPr lang="en-US" sz="800" noProof="0">
              <a:solidFill>
                <a:schemeClr val="bg1"/>
              </a:solidFill>
              <a:latin typeface="Aptos" panose="020B0004020202020204" pitchFamily="34" charset="0"/>
              <a:cs typeface="Calibri" panose="020F0502020204030204" pitchFamily="34" charset="0"/>
            </a:endParaRPr>
          </a:p>
        </p:txBody>
      </p:sp>
    </p:spTree>
    <p:extLst>
      <p:ext uri="{BB962C8B-B14F-4D97-AF65-F5344CB8AC3E}">
        <p14:creationId xmlns:p14="http://schemas.microsoft.com/office/powerpoint/2010/main" val="3624735681"/>
      </p:ext>
    </p:extLst>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Title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ADFBE1A5-BFA8-2C05-4101-33A4231D84A9}"/>
              </a:ext>
            </a:extLst>
          </p:cNvPr>
          <p:cNvPicPr>
            <a:picLocks noChangeAspect="1"/>
          </p:cNvPicPr>
          <p:nvPr userDrawn="1"/>
        </p:nvPicPr>
        <p:blipFill rotWithShape="1">
          <a:blip r:embed="rId2" cstate="screen">
            <a:alphaModFix amt="70000"/>
            <a:extLst>
              <a:ext uri="{28A0092B-C50C-407E-A947-70E740481C1C}">
                <a14:useLocalDpi xmlns:a14="http://schemas.microsoft.com/office/drawing/2010/main"/>
              </a:ext>
            </a:extLst>
          </a:blip>
          <a:srcRect/>
          <a:stretch/>
        </p:blipFill>
        <p:spPr>
          <a:xfrm>
            <a:off x="1" y="0"/>
            <a:ext cx="12192000" cy="6858000"/>
          </a:xfrm>
          <a:prstGeom prst="rect">
            <a:avLst/>
          </a:prstGeom>
        </p:spPr>
      </p:pic>
      <p:pic>
        <p:nvPicPr>
          <p:cNvPr id="4" name="Picture 3">
            <a:extLst>
              <a:ext uri="{FF2B5EF4-FFF2-40B4-BE49-F238E27FC236}">
                <a16:creationId xmlns:a16="http://schemas.microsoft.com/office/drawing/2014/main" id="{2E56818A-FD0A-DB4A-07B4-7672318DBF6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4443046" y="-1"/>
            <a:ext cx="7748954" cy="6858001"/>
          </a:xfrm>
          <a:prstGeom prst="rect">
            <a:avLst/>
          </a:prstGeom>
        </p:spPr>
      </p:pic>
      <p:sp>
        <p:nvSpPr>
          <p:cNvPr id="6" name="Slide Number Placeholder 5">
            <a:extLst>
              <a:ext uri="{FF2B5EF4-FFF2-40B4-BE49-F238E27FC236}">
                <a16:creationId xmlns:a16="http://schemas.microsoft.com/office/drawing/2014/main" id="{43B423A2-99C7-5353-6409-5DB49901A2D1}"/>
              </a:ext>
            </a:extLst>
          </p:cNvPr>
          <p:cNvSpPr>
            <a:spLocks noGrp="1"/>
          </p:cNvSpPr>
          <p:nvPr>
            <p:ph type="sldNum" sz="quarter" idx="12"/>
          </p:nvPr>
        </p:nvSpPr>
        <p:spPr/>
        <p:txBody>
          <a:bodyPr/>
          <a:lstStyle>
            <a:lvl1pPr>
              <a:defRPr>
                <a:solidFill>
                  <a:schemeClr val="bg1"/>
                </a:solidFill>
              </a:defRPr>
            </a:lvl1pPr>
          </a:lstStyle>
          <a:p>
            <a:fld id="{6888F3F1-57AE-6248-B8CC-FDCCA966097E}" type="slidenum">
              <a:rPr lang="en-US" smtClean="0"/>
              <a:pPr/>
              <a:t>‹#›</a:t>
            </a:fld>
            <a:endParaRPr lang="en-US"/>
          </a:p>
        </p:txBody>
      </p:sp>
      <p:sp>
        <p:nvSpPr>
          <p:cNvPr id="8" name="Copyright">
            <a:extLst>
              <a:ext uri="{FF2B5EF4-FFF2-40B4-BE49-F238E27FC236}">
                <a16:creationId xmlns:a16="http://schemas.microsoft.com/office/drawing/2014/main" id="{7A5A41D1-8AB5-832F-0498-9009C69B546C}"/>
              </a:ext>
            </a:extLst>
          </p:cNvPr>
          <p:cNvSpPr txBox="1"/>
          <p:nvPr userDrawn="1"/>
        </p:nvSpPr>
        <p:spPr>
          <a:xfrm>
            <a:off x="836929" y="6477001"/>
            <a:ext cx="5355168" cy="123111"/>
          </a:xfrm>
          <a:prstGeom prst="rect">
            <a:avLst/>
          </a:prstGeom>
          <a:noFill/>
        </p:spPr>
        <p:txBody>
          <a:bodyPr wrap="square" lIns="0" tIns="0" rIns="0" bIns="0" rtlCol="0">
            <a:spAutoFit/>
          </a:bodyPr>
          <a:lstStyle/>
          <a:p>
            <a:pPr marL="0" indent="0">
              <a:spcBef>
                <a:spcPts val="600"/>
              </a:spcBef>
              <a:buSzPct val="100000"/>
              <a:buFont typeface="Arial"/>
              <a:buNone/>
            </a:pPr>
            <a:r>
              <a:rPr lang="en-US" sz="800" noProof="0">
                <a:solidFill>
                  <a:schemeClr val="bg1"/>
                </a:solidFill>
                <a:latin typeface="Calibri" panose="020F0502020204030204" pitchFamily="34" charset="0"/>
                <a:cs typeface="Calibri" panose="020F0502020204030204" pitchFamily="34" charset="0"/>
              </a:rPr>
              <a:t>Copyright © 2026 Deloitte Development LLC. All rights reserved.</a:t>
            </a:r>
          </a:p>
        </p:txBody>
      </p:sp>
      <p:sp>
        <p:nvSpPr>
          <p:cNvPr id="11" name="Title 1">
            <a:extLst>
              <a:ext uri="{FF2B5EF4-FFF2-40B4-BE49-F238E27FC236}">
                <a16:creationId xmlns:a16="http://schemas.microsoft.com/office/drawing/2014/main" id="{30C7B107-143F-4458-1409-A71ED3D67841}"/>
              </a:ext>
            </a:extLst>
          </p:cNvPr>
          <p:cNvSpPr>
            <a:spLocks noGrp="1"/>
          </p:cNvSpPr>
          <p:nvPr>
            <p:ph type="title" hasCustomPrompt="1"/>
          </p:nvPr>
        </p:nvSpPr>
        <p:spPr>
          <a:xfrm>
            <a:off x="831850" y="1709738"/>
            <a:ext cx="3124514" cy="2852737"/>
          </a:xfrm>
        </p:spPr>
        <p:txBody>
          <a:bodyPr anchor="t">
            <a:normAutofit/>
          </a:bodyPr>
          <a:lstStyle>
            <a:lvl1pPr>
              <a:defRPr sz="3600" b="0" i="0">
                <a:solidFill>
                  <a:schemeClr val="bg1"/>
                </a:solidFill>
                <a:latin typeface="+mj-lt"/>
                <a:ea typeface="Open Sans Condensed Light" panose="020B0306030504020204" pitchFamily="34" charset="0"/>
                <a:cs typeface="Open Sans Condensed Light" panose="020B0306030504020204" pitchFamily="34" charset="0"/>
              </a:defRPr>
            </a:lvl1pPr>
          </a:lstStyle>
          <a:p>
            <a:r>
              <a:rPr lang="en-US"/>
              <a:t>CLICK TO EDIT MASTER TITLE STYLE</a:t>
            </a:r>
          </a:p>
        </p:txBody>
      </p:sp>
      <p:sp>
        <p:nvSpPr>
          <p:cNvPr id="12" name="Text Placeholder 2">
            <a:extLst>
              <a:ext uri="{FF2B5EF4-FFF2-40B4-BE49-F238E27FC236}">
                <a16:creationId xmlns:a16="http://schemas.microsoft.com/office/drawing/2014/main" id="{5ED69E5C-1026-DC5F-2D8D-4E3535FB2929}"/>
              </a:ext>
            </a:extLst>
          </p:cNvPr>
          <p:cNvSpPr>
            <a:spLocks noGrp="1"/>
          </p:cNvSpPr>
          <p:nvPr>
            <p:ph type="body" idx="1"/>
          </p:nvPr>
        </p:nvSpPr>
        <p:spPr>
          <a:xfrm>
            <a:off x="844550" y="4600095"/>
            <a:ext cx="5251450" cy="1500187"/>
          </a:xfrm>
        </p:spPr>
        <p:txBody>
          <a:bodyPr/>
          <a:lstStyle>
            <a:lvl1pPr marL="0" indent="0">
              <a:buNone/>
              <a:defRPr sz="2400">
                <a:solidFill>
                  <a:schemeClr val="bg1"/>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15746998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ags" Target="../tags/tag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oleObject" Target="../embeddings/oleObject1.bin"/><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image" Target="../media/image1.emf"/><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oleObject" Target="../embeddings/oleObject3.bin"/><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tags" Target="../tags/tag3.xml"/><Relationship Id="rId5" Type="http://schemas.openxmlformats.org/officeDocument/2006/relationships/slideLayout" Target="../slideLayouts/slideLayout37.xml"/><Relationship Id="rId10" Type="http://schemas.openxmlformats.org/officeDocument/2006/relationships/theme" Target="../theme/theme2.xml"/><Relationship Id="rId4" Type="http://schemas.openxmlformats.org/officeDocument/2006/relationships/slideLayout" Target="../slideLayouts/slideLayout36.xml"/><Relationship Id="rId9" Type="http://schemas.openxmlformats.org/officeDocument/2006/relationships/slideLayout" Target="../slideLayouts/slideLayout41.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54.xml"/><Relationship Id="rId18" Type="http://schemas.openxmlformats.org/officeDocument/2006/relationships/slideLayout" Target="../slideLayouts/slideLayout59.xml"/><Relationship Id="rId26" Type="http://schemas.openxmlformats.org/officeDocument/2006/relationships/slideLayout" Target="../slideLayouts/slideLayout67.xml"/><Relationship Id="rId21" Type="http://schemas.openxmlformats.org/officeDocument/2006/relationships/slideLayout" Target="../slideLayouts/slideLayout62.xml"/><Relationship Id="rId34" Type="http://schemas.openxmlformats.org/officeDocument/2006/relationships/slideLayout" Target="../slideLayouts/slideLayout75.xml"/><Relationship Id="rId7" Type="http://schemas.openxmlformats.org/officeDocument/2006/relationships/slideLayout" Target="../slideLayouts/slideLayout48.xml"/><Relationship Id="rId12" Type="http://schemas.openxmlformats.org/officeDocument/2006/relationships/slideLayout" Target="../slideLayouts/slideLayout53.xml"/><Relationship Id="rId17" Type="http://schemas.openxmlformats.org/officeDocument/2006/relationships/slideLayout" Target="../slideLayouts/slideLayout58.xml"/><Relationship Id="rId25" Type="http://schemas.openxmlformats.org/officeDocument/2006/relationships/slideLayout" Target="../slideLayouts/slideLayout66.xml"/><Relationship Id="rId33" Type="http://schemas.openxmlformats.org/officeDocument/2006/relationships/slideLayout" Target="../slideLayouts/slideLayout74.xml"/><Relationship Id="rId38" Type="http://schemas.openxmlformats.org/officeDocument/2006/relationships/image" Target="../media/image1.emf"/><Relationship Id="rId2" Type="http://schemas.openxmlformats.org/officeDocument/2006/relationships/slideLayout" Target="../slideLayouts/slideLayout43.xml"/><Relationship Id="rId16" Type="http://schemas.openxmlformats.org/officeDocument/2006/relationships/slideLayout" Target="../slideLayouts/slideLayout57.xml"/><Relationship Id="rId20" Type="http://schemas.openxmlformats.org/officeDocument/2006/relationships/slideLayout" Target="../slideLayouts/slideLayout61.xml"/><Relationship Id="rId29" Type="http://schemas.openxmlformats.org/officeDocument/2006/relationships/slideLayout" Target="../slideLayouts/slideLayout70.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24" Type="http://schemas.openxmlformats.org/officeDocument/2006/relationships/slideLayout" Target="../slideLayouts/slideLayout65.xml"/><Relationship Id="rId32" Type="http://schemas.openxmlformats.org/officeDocument/2006/relationships/slideLayout" Target="../slideLayouts/slideLayout73.xml"/><Relationship Id="rId37" Type="http://schemas.openxmlformats.org/officeDocument/2006/relationships/oleObject" Target="../embeddings/oleObject5.bin"/><Relationship Id="rId5" Type="http://schemas.openxmlformats.org/officeDocument/2006/relationships/slideLayout" Target="../slideLayouts/slideLayout46.xml"/><Relationship Id="rId15" Type="http://schemas.openxmlformats.org/officeDocument/2006/relationships/slideLayout" Target="../slideLayouts/slideLayout56.xml"/><Relationship Id="rId23" Type="http://schemas.openxmlformats.org/officeDocument/2006/relationships/slideLayout" Target="../slideLayouts/slideLayout64.xml"/><Relationship Id="rId28" Type="http://schemas.openxmlformats.org/officeDocument/2006/relationships/slideLayout" Target="../slideLayouts/slideLayout69.xml"/><Relationship Id="rId36" Type="http://schemas.openxmlformats.org/officeDocument/2006/relationships/tags" Target="../tags/tag6.xml"/><Relationship Id="rId10" Type="http://schemas.openxmlformats.org/officeDocument/2006/relationships/slideLayout" Target="../slideLayouts/slideLayout51.xml"/><Relationship Id="rId19" Type="http://schemas.openxmlformats.org/officeDocument/2006/relationships/slideLayout" Target="../slideLayouts/slideLayout60.xml"/><Relationship Id="rId31" Type="http://schemas.openxmlformats.org/officeDocument/2006/relationships/slideLayout" Target="../slideLayouts/slideLayout72.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slideLayout" Target="../slideLayouts/slideLayout55.xml"/><Relationship Id="rId22" Type="http://schemas.openxmlformats.org/officeDocument/2006/relationships/slideLayout" Target="../slideLayouts/slideLayout63.xml"/><Relationship Id="rId27" Type="http://schemas.openxmlformats.org/officeDocument/2006/relationships/slideLayout" Target="../slideLayouts/slideLayout68.xml"/><Relationship Id="rId30" Type="http://schemas.openxmlformats.org/officeDocument/2006/relationships/slideLayout" Target="../slideLayouts/slideLayout71.xml"/><Relationship Id="rId35" Type="http://schemas.openxmlformats.org/officeDocument/2006/relationships/theme" Target="../theme/theme3.xml"/><Relationship Id="rId8" Type="http://schemas.openxmlformats.org/officeDocument/2006/relationships/slideLayout" Target="../slideLayouts/slideLayout49.xml"/><Relationship Id="rId3"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34"/>
            </p:custDataLst>
            <p:extLst>
              <p:ext uri="{D42A27DB-BD31-4B8C-83A1-F6EECF244321}">
                <p14:modId xmlns:p14="http://schemas.microsoft.com/office/powerpoint/2010/main" val="3636573352"/>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5" imgW="270" imgH="270" progId="TCLayout.ActiveDocument.1">
                  <p:embed/>
                </p:oleObj>
              </mc:Choice>
              <mc:Fallback>
                <p:oleObj name="think-cell Slide" r:id="rId35" imgW="270" imgH="270" progId="TCLayout.ActiveDocument.1">
                  <p:embed/>
                  <p:pic>
                    <p:nvPicPr>
                      <p:cNvPr id="4" name="Object 3" hidden="1"/>
                      <p:cNvPicPr/>
                      <p:nvPr/>
                    </p:nvPicPr>
                    <p:blipFill>
                      <a:blip r:embed="rId36"/>
                      <a:stretch>
                        <a:fillRect/>
                      </a:stretch>
                    </p:blipFill>
                    <p:spPr>
                      <a:xfrm>
                        <a:off x="2118"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501650" y="321339"/>
            <a:ext cx="11188700" cy="432000"/>
          </a:xfrm>
          <a:prstGeom prst="rect">
            <a:avLst/>
          </a:prstGeom>
        </p:spPr>
        <p:txBody>
          <a:bodyPr vert="horz" lIns="182880" tIns="182880" rIns="182880" bIns="182880" rtlCol="0" anchor="t" anchorCtr="0">
            <a:noAutofit/>
          </a:bodyPr>
          <a:lstStyle/>
          <a:p>
            <a:r>
              <a:rPr lang="en-GB" noProof="0"/>
              <a:t>Click to edit Master title style</a:t>
            </a:r>
            <a:endParaRPr lang="en-GB"/>
          </a:p>
        </p:txBody>
      </p:sp>
      <p:sp>
        <p:nvSpPr>
          <p:cNvPr id="19" name="Text Placeholder 18"/>
          <p:cNvSpPr>
            <a:spLocks noGrp="1"/>
          </p:cNvSpPr>
          <p:nvPr>
            <p:ph type="body" idx="1"/>
          </p:nvPr>
        </p:nvSpPr>
        <p:spPr>
          <a:xfrm>
            <a:off x="501650" y="1665289"/>
            <a:ext cx="11188700" cy="4716462"/>
          </a:xfrm>
          <a:prstGeom prst="rect">
            <a:avLst/>
          </a:prstGeom>
        </p:spPr>
        <p:txBody>
          <a:bodyPr vert="horz" lIns="182880" tIns="182880" rIns="182880" bIns="182880" rtlCol="0">
            <a:normAutofit/>
          </a:bodyPr>
          <a:lstStyle/>
          <a:p>
            <a:pPr lvl="0"/>
            <a:r>
              <a:rPr lang="en-GB" noProof="0"/>
              <a:t>Click to 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a:p>
        </p:txBody>
      </p:sp>
      <p:sp>
        <p:nvSpPr>
          <p:cNvPr id="3" name="TextBox 2"/>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GB" sz="900" noProof="0" smtClean="0">
                <a:solidFill>
                  <a:schemeClr val="tx1"/>
                </a:solidFill>
                <a:latin typeface="Aptos" panose="020B0004020202020204" pitchFamily="34" charset="0"/>
                <a:cs typeface="Calibri" panose="020F0502020204030204" pitchFamily="34" charset="0"/>
              </a:rPr>
              <a:pPr marL="0" indent="0" algn="r">
                <a:spcBef>
                  <a:spcPts val="600"/>
                </a:spcBef>
                <a:buSzPct val="100000"/>
                <a:buFont typeface="Arial"/>
                <a:buNone/>
              </a:pPr>
              <a:t>‹#›</a:t>
            </a:fld>
            <a:endParaRPr lang="en-GB" sz="900" noProof="0">
              <a:solidFill>
                <a:schemeClr val="tx1"/>
              </a:solidFill>
              <a:latin typeface="Aptos" panose="020B0004020202020204" pitchFamily="34" charset="0"/>
              <a:cs typeface="Calibri" panose="020F0502020204030204" pitchFamily="34" charset="0"/>
            </a:endParaRPr>
          </a:p>
        </p:txBody>
      </p:sp>
    </p:spTree>
    <p:extLst>
      <p:ext uri="{BB962C8B-B14F-4D97-AF65-F5344CB8AC3E}">
        <p14:creationId xmlns:p14="http://schemas.microsoft.com/office/powerpoint/2010/main" val="4221419841"/>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 id="2147483740" r:id="rId12"/>
    <p:sldLayoutId id="2147483741" r:id="rId13"/>
    <p:sldLayoutId id="2147483742" r:id="rId14"/>
    <p:sldLayoutId id="2147483743" r:id="rId15"/>
    <p:sldLayoutId id="2147483744" r:id="rId16"/>
    <p:sldLayoutId id="2147483745" r:id="rId17"/>
    <p:sldLayoutId id="2147483746" r:id="rId18"/>
    <p:sldLayoutId id="2147483747" r:id="rId19"/>
    <p:sldLayoutId id="2147483748" r:id="rId20"/>
    <p:sldLayoutId id="2147483749" r:id="rId21"/>
    <p:sldLayoutId id="2147483750" r:id="rId22"/>
    <p:sldLayoutId id="2147483751" r:id="rId23"/>
    <p:sldLayoutId id="2147483752" r:id="rId24"/>
    <p:sldLayoutId id="2147483753" r:id="rId25"/>
    <p:sldLayoutId id="2147483754" r:id="rId26"/>
    <p:sldLayoutId id="2147483766" r:id="rId27"/>
    <p:sldLayoutId id="2147483767" r:id="rId28"/>
    <p:sldLayoutId id="2147483776" r:id="rId29"/>
    <p:sldLayoutId id="2147483781" r:id="rId30"/>
    <p:sldLayoutId id="2147483785" r:id="rId31"/>
    <p:sldLayoutId id="2147483786" r:id="rId32"/>
  </p:sldLayoutIdLst>
  <p:transition>
    <p:fade/>
  </p:transition>
  <p:hf hdr="0" dt="0"/>
  <p:txStyles>
    <p:titleStyle>
      <a:lvl1pPr algn="l" defTabSz="914400" rtl="0" eaLnBrk="1" latinLnBrk="0" hangingPunct="1">
        <a:spcBef>
          <a:spcPct val="0"/>
        </a:spcBef>
        <a:buNone/>
        <a:defRPr sz="2400" kern="1200">
          <a:solidFill>
            <a:schemeClr val="tx1"/>
          </a:solidFill>
          <a:latin typeface="+mj-lt"/>
          <a:ea typeface="+mj-ea"/>
          <a:cs typeface="Calibri Light" panose="020F0302020204030204" pitchFamily="34" charset="0"/>
        </a:defRPr>
      </a:lvl1pPr>
    </p:titleStyle>
    <p:bodyStyle>
      <a:lvl1pPr marL="0" indent="0" algn="l" defTabSz="914400" rtl="0" eaLnBrk="1" latinLnBrk="0" hangingPunct="1">
        <a:spcBef>
          <a:spcPts val="0"/>
        </a:spcBef>
        <a:spcAft>
          <a:spcPts val="1000"/>
        </a:spcAft>
        <a:buSzPct val="100000"/>
        <a:buFont typeface="Arial" panose="020B0604020202020204" pitchFamily="34" charset="0"/>
        <a:buNone/>
        <a:defRPr sz="1400" b="0" kern="1200">
          <a:solidFill>
            <a:schemeClr val="tx1"/>
          </a:solidFill>
          <a:latin typeface="+mj-lt"/>
          <a:ea typeface="+mn-ea"/>
          <a:cs typeface="Calibri Light" panose="020F0302020204030204" pitchFamily="34" charset="0"/>
        </a:defRPr>
      </a:lvl1pPr>
      <a:lvl2pPr marL="0" indent="0" algn="l" defTabSz="914400" rtl="0" eaLnBrk="1" latinLnBrk="0" hangingPunct="1">
        <a:spcBef>
          <a:spcPts val="0"/>
        </a:spcBef>
        <a:spcAft>
          <a:spcPts val="1000"/>
        </a:spcAft>
        <a:buClrTx/>
        <a:buSzPct val="100000"/>
        <a:buFont typeface="Arial"/>
        <a:buNone/>
        <a:defRPr lang="en-US" sz="1400" b="1" kern="1200" dirty="0" smtClean="0">
          <a:solidFill>
            <a:schemeClr val="tx1"/>
          </a:solidFill>
          <a:latin typeface="+mj-lt"/>
          <a:ea typeface="+mn-ea"/>
          <a:cs typeface="Calibri Light" panose="020F0302020204030204" pitchFamily="34" charset="0"/>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400" kern="1200" dirty="0" smtClean="0">
          <a:solidFill>
            <a:schemeClr val="tx1"/>
          </a:solidFill>
          <a:latin typeface="+mn-lt"/>
          <a:ea typeface="+mn-ea"/>
          <a:cs typeface="Calibri Light" panose="020F0302020204030204" pitchFamily="34" charset="0"/>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400" kern="1200" baseline="0" dirty="0" smtClean="0">
          <a:solidFill>
            <a:schemeClr val="tx1"/>
          </a:solidFill>
          <a:latin typeface="+mn-lt"/>
          <a:ea typeface="+mn-ea"/>
          <a:cs typeface="Calibri Light" panose="020F0302020204030204" pitchFamily="34" charset="0"/>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4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34">
          <p15:clr>
            <a:srgbClr val="F26B43"/>
          </p15:clr>
        </p15:guide>
        <p15:guide id="3" orient="horz" pos="4020">
          <p15:clr>
            <a:srgbClr val="F26B43"/>
          </p15:clr>
        </p15:guide>
        <p15:guide id="4" pos="237">
          <p15:clr>
            <a:srgbClr val="F26B43"/>
          </p15:clr>
        </p15:guide>
        <p15:guide id="5" pos="5523">
          <p15:clr>
            <a:srgbClr val="F26B43"/>
          </p15:clr>
        </p15:guide>
        <p15:guide id="7" orient="horz" pos="200">
          <p15:clr>
            <a:srgbClr val="F26B43"/>
          </p15:clr>
        </p15:guide>
        <p15:guide id="8" orient="horz" pos="4080">
          <p15:clr>
            <a:srgbClr val="F26B43"/>
          </p15:clr>
        </p15:guide>
        <p15:guide id="10" pos="3721">
          <p15:clr>
            <a:srgbClr val="F26B43"/>
          </p15:clr>
        </p15:guide>
        <p15:guide id="11" orient="horz" pos="236">
          <p15:clr>
            <a:srgbClr val="F26B43"/>
          </p15:clr>
        </p15:guide>
        <p15:guide id="12" pos="1022">
          <p15:clr>
            <a:srgbClr val="F26B43"/>
          </p15:clr>
        </p15:guide>
        <p15:guide id="13" pos="1137">
          <p15:clr>
            <a:srgbClr val="F26B43"/>
          </p15:clr>
        </p15:guide>
        <p15:guide id="14" pos="1920">
          <p15:clr>
            <a:srgbClr val="F26B43"/>
          </p15:clr>
        </p15:guide>
        <p15:guide id="15" pos="2033">
          <p15:clr>
            <a:srgbClr val="F26B43"/>
          </p15:clr>
        </p15:guide>
        <p15:guide id="16" pos="4620">
          <p15:clr>
            <a:srgbClr val="F26B43"/>
          </p15:clr>
        </p15:guide>
        <p15:guide id="17" pos="2823">
          <p15:clr>
            <a:srgbClr val="F26B43"/>
          </p15:clr>
        </p15:guide>
        <p15:guide id="18" pos="2937">
          <p15:clr>
            <a:srgbClr val="F26B43"/>
          </p15:clr>
        </p15:guide>
        <p15:guide id="19" pos="2880">
          <p15:clr>
            <a:srgbClr val="F26B43"/>
          </p15:clr>
        </p15:guide>
        <p15:guide id="20" pos="4734">
          <p15:clr>
            <a:srgbClr val="F26B43"/>
          </p15:clr>
        </p15:guide>
        <p15:guide id="22" orient="horz" pos="640">
          <p15:clr>
            <a:srgbClr val="F26B43"/>
          </p15:clr>
        </p15:guide>
        <p15:guide id="23" pos="5098">
          <p15:clr>
            <a:srgbClr val="F26B43"/>
          </p15:clr>
        </p15:guide>
        <p15:guide id="24" orient="horz" pos="2160">
          <p15:clr>
            <a:srgbClr val="F26B43"/>
          </p15:clr>
        </p15:guide>
        <p15:guide id="25" orient="horz" pos="3968">
          <p15:clr>
            <a:srgbClr val="F26B43"/>
          </p15:clr>
        </p15:guide>
        <p15:guide id="26" pos="296">
          <p15:clr>
            <a:srgbClr val="F26B43"/>
          </p15:clr>
        </p15:guide>
        <p15:guide id="27" pos="7384">
          <p15:clr>
            <a:srgbClr val="F26B43"/>
          </p15:clr>
        </p15:guide>
        <p15:guide id="28" orient="horz" pos="1071">
          <p15:clr>
            <a:srgbClr val="F26B43"/>
          </p15:clr>
        </p15:guide>
        <p15:guide id="29" orient="horz" pos="245">
          <p15:clr>
            <a:srgbClr val="F26B43"/>
          </p15:clr>
        </p15:guide>
        <p15:guide id="30" orient="horz" pos="4081">
          <p15:clr>
            <a:srgbClr val="F26B43"/>
          </p15:clr>
        </p15:guide>
        <p15:guide id="31" pos="4986">
          <p15:clr>
            <a:srgbClr val="F26B43"/>
          </p15:clr>
        </p15:guide>
        <p15:guide id="32" pos="1382">
          <p15:clr>
            <a:srgbClr val="F26B43"/>
          </p15:clr>
        </p15:guide>
        <p15:guide id="33" pos="1496">
          <p15:clr>
            <a:srgbClr val="F26B43"/>
          </p15:clr>
        </p15:guide>
        <p15:guide id="34" pos="2581">
          <p15:clr>
            <a:srgbClr val="F26B43"/>
          </p15:clr>
        </p15:guide>
        <p15:guide id="35" pos="2695">
          <p15:clr>
            <a:srgbClr val="F26B43"/>
          </p15:clr>
        </p15:guide>
        <p15:guide id="36" pos="6185">
          <p15:clr>
            <a:srgbClr val="F26B43"/>
          </p15:clr>
        </p15:guide>
        <p15:guide id="37" pos="3783">
          <p15:clr>
            <a:srgbClr val="F26B43"/>
          </p15:clr>
        </p15:guide>
        <p15:guide id="38" pos="3896">
          <p15:clr>
            <a:srgbClr val="F26B43"/>
          </p15:clr>
        </p15:guide>
        <p15:guide id="39" pos="3840">
          <p15:clr>
            <a:srgbClr val="F26B43"/>
          </p15:clr>
        </p15:guide>
        <p15:guide id="40" pos="6299">
          <p15:clr>
            <a:srgbClr val="F26B43"/>
          </p15:clr>
        </p15:guide>
        <p15:guide id="41" orient="horz" pos="1049">
          <p15:clr>
            <a:srgbClr val="F26B43"/>
          </p15:clr>
        </p15:guide>
        <p15:guide id="42" orient="horz" pos="641">
          <p15:clr>
            <a:srgbClr val="F26B43"/>
          </p15:clr>
        </p15:guide>
        <p15:guide id="43" orient="horz" pos="28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ext Placeholder 18">
            <a:extLst>
              <a:ext uri="{FF2B5EF4-FFF2-40B4-BE49-F238E27FC236}">
                <a16:creationId xmlns:a16="http://schemas.microsoft.com/office/drawing/2014/main" id="{2EA8CF68-222B-D746-96B8-2E91C833D2A5}"/>
              </a:ext>
            </a:extLst>
          </p:cNvPr>
          <p:cNvSpPr>
            <a:spLocks noGrp="1" noChangeArrowheads="1"/>
          </p:cNvSpPr>
          <p:nvPr>
            <p:ph type="body" idx="1"/>
          </p:nvPr>
        </p:nvSpPr>
        <p:spPr bwMode="auto">
          <a:xfrm>
            <a:off x="495300" y="1346619"/>
            <a:ext cx="11145115" cy="463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 name="Title Placeholder 1">
            <a:extLst>
              <a:ext uri="{FF2B5EF4-FFF2-40B4-BE49-F238E27FC236}">
                <a16:creationId xmlns:a16="http://schemas.microsoft.com/office/drawing/2014/main" id="{2E820E3E-5894-5C47-A4FD-097EBEF2848B}"/>
              </a:ext>
            </a:extLst>
          </p:cNvPr>
          <p:cNvSpPr>
            <a:spLocks noGrp="1"/>
          </p:cNvSpPr>
          <p:nvPr>
            <p:ph type="title"/>
          </p:nvPr>
        </p:nvSpPr>
        <p:spPr bwMode="gray">
          <a:xfrm>
            <a:off x="495300" y="495300"/>
            <a:ext cx="11145115" cy="692150"/>
          </a:xfrm>
          <a:prstGeom prst="rect">
            <a:avLst/>
          </a:prstGeom>
        </p:spPr>
        <p:txBody>
          <a:bodyPr vert="horz" lIns="0" tIns="0" rIns="0" bIns="0" rtlCol="0" anchor="t" anchorCtr="0">
            <a:noAutofit/>
          </a:bodyPr>
          <a:lstStyle/>
          <a:p>
            <a:r>
              <a:rPr lang="en-US" noProof="0"/>
              <a:t>Click to edit Master title style</a:t>
            </a:r>
          </a:p>
        </p:txBody>
      </p:sp>
      <p:graphicFrame>
        <p:nvGraphicFramePr>
          <p:cNvPr id="1028" name="Object 3" hidden="1">
            <a:extLst>
              <a:ext uri="{FF2B5EF4-FFF2-40B4-BE49-F238E27FC236}">
                <a16:creationId xmlns:a16="http://schemas.microsoft.com/office/drawing/2014/main" id="{FD878F82-F4AD-004A-B9AA-1649F1788CD7}"/>
              </a:ext>
            </a:extLst>
          </p:cNvPr>
          <p:cNvGraphicFramePr>
            <a:graphicFrameLocks noChangeAspect="1"/>
          </p:cNvGraphicFramePr>
          <p:nvPr>
            <p:custDataLst>
              <p:tags r:id="rId11"/>
            </p:custDataLst>
            <p:extLst>
              <p:ext uri="{D42A27DB-BD31-4B8C-83A1-F6EECF244321}">
                <p14:modId xmlns:p14="http://schemas.microsoft.com/office/powerpoint/2010/main" val="1681251876"/>
              </p:ext>
            </p:extLst>
          </p:nvPr>
        </p:nvGraphicFramePr>
        <p:xfrm>
          <a:off x="1588" y="1588"/>
          <a:ext cx="3175" cy="1587"/>
        </p:xfrm>
        <a:graphic>
          <a:graphicData uri="http://schemas.openxmlformats.org/presentationml/2006/ole">
            <mc:AlternateContent xmlns:mc="http://schemas.openxmlformats.org/markup-compatibility/2006">
              <mc:Choice xmlns:v="urn:schemas-microsoft-com:vml" Requires="v">
                <p:oleObj name="think-cell Slide" r:id="rId12" imgW="38100" imgH="38100" progId="TCLayout.ActiveDocument.1">
                  <p:embed/>
                </p:oleObj>
              </mc:Choice>
              <mc:Fallback>
                <p:oleObj name="think-cell Slide" r:id="rId12" imgW="38100" imgH="38100" progId="TCLayout.ActiveDocument.1">
                  <p:embed/>
                  <p:pic>
                    <p:nvPicPr>
                      <p:cNvPr id="1028" name="Object 3" hidden="1">
                        <a:extLst>
                          <a:ext uri="{FF2B5EF4-FFF2-40B4-BE49-F238E27FC236}">
                            <a16:creationId xmlns:a16="http://schemas.microsoft.com/office/drawing/2014/main" id="{FD878F82-F4AD-004A-B9AA-1649F1788CD7}"/>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588" y="1588"/>
                        <a:ext cx="3175"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29" name="TextBox 10">
            <a:extLst>
              <a:ext uri="{FF2B5EF4-FFF2-40B4-BE49-F238E27FC236}">
                <a16:creationId xmlns:a16="http://schemas.microsoft.com/office/drawing/2014/main" id="{1F2EBA84-528E-8A4C-8744-8BEA8C9DA8CD}"/>
              </a:ext>
            </a:extLst>
          </p:cNvPr>
          <p:cNvSpPr txBox="1">
            <a:spLocks noChangeArrowheads="1"/>
          </p:cNvSpPr>
          <p:nvPr/>
        </p:nvSpPr>
        <p:spPr bwMode="auto">
          <a:xfrm>
            <a:off x="495300" y="6477000"/>
            <a:ext cx="5354638" cy="107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2400">
                <a:solidFill>
                  <a:schemeClr val="tx1"/>
                </a:solidFill>
                <a:latin typeface="Open Sans" panose="020B0606030504020204" pitchFamily="34" charset="0"/>
              </a:defRPr>
            </a:lvl1pPr>
            <a:lvl2pPr marL="742950" indent="-285750">
              <a:defRPr sz="2400">
                <a:solidFill>
                  <a:schemeClr val="tx1"/>
                </a:solidFill>
                <a:latin typeface="Open Sans" panose="020B0606030504020204" pitchFamily="34" charset="0"/>
              </a:defRPr>
            </a:lvl2pPr>
            <a:lvl3pPr marL="1143000" indent="-228600">
              <a:defRPr sz="2400">
                <a:solidFill>
                  <a:schemeClr val="tx1"/>
                </a:solidFill>
                <a:latin typeface="Open Sans" panose="020B0606030504020204" pitchFamily="34" charset="0"/>
              </a:defRPr>
            </a:lvl3pPr>
            <a:lvl4pPr marL="1600200" indent="-228600">
              <a:defRPr sz="2400">
                <a:solidFill>
                  <a:schemeClr val="tx1"/>
                </a:solidFill>
                <a:latin typeface="Open Sans" panose="020B0606030504020204" pitchFamily="34" charset="0"/>
              </a:defRPr>
            </a:lvl4pPr>
            <a:lvl5pPr marL="2057400" indent="-228600">
              <a:defRPr sz="2400">
                <a:solidFill>
                  <a:schemeClr val="tx1"/>
                </a:solidFill>
                <a:latin typeface="Open Sans" panose="020B0606030504020204" pitchFamily="34" charset="0"/>
              </a:defRPr>
            </a:lvl5pPr>
            <a:lvl6pPr marL="2514600" indent="-228600" defTabSz="1217613" fontAlgn="base">
              <a:spcBef>
                <a:spcPct val="0"/>
              </a:spcBef>
              <a:spcAft>
                <a:spcPct val="0"/>
              </a:spcAft>
              <a:defRPr sz="2400">
                <a:solidFill>
                  <a:schemeClr val="tx1"/>
                </a:solidFill>
                <a:latin typeface="Open Sans" panose="020B0606030504020204" pitchFamily="34" charset="0"/>
              </a:defRPr>
            </a:lvl6pPr>
            <a:lvl7pPr marL="2971800" indent="-228600" defTabSz="1217613" fontAlgn="base">
              <a:spcBef>
                <a:spcPct val="0"/>
              </a:spcBef>
              <a:spcAft>
                <a:spcPct val="0"/>
              </a:spcAft>
              <a:defRPr sz="2400">
                <a:solidFill>
                  <a:schemeClr val="tx1"/>
                </a:solidFill>
                <a:latin typeface="Open Sans" panose="020B0606030504020204" pitchFamily="34" charset="0"/>
              </a:defRPr>
            </a:lvl7pPr>
            <a:lvl8pPr marL="3429000" indent="-228600" defTabSz="1217613" fontAlgn="base">
              <a:spcBef>
                <a:spcPct val="0"/>
              </a:spcBef>
              <a:spcAft>
                <a:spcPct val="0"/>
              </a:spcAft>
              <a:defRPr sz="2400">
                <a:solidFill>
                  <a:schemeClr val="tx1"/>
                </a:solidFill>
                <a:latin typeface="Open Sans" panose="020B0606030504020204" pitchFamily="34" charset="0"/>
              </a:defRPr>
            </a:lvl8pPr>
            <a:lvl9pPr marL="3886200" indent="-228600" defTabSz="1217613" fontAlgn="base">
              <a:spcBef>
                <a:spcPct val="0"/>
              </a:spcBef>
              <a:spcAft>
                <a:spcPct val="0"/>
              </a:spcAft>
              <a:defRPr sz="2400">
                <a:solidFill>
                  <a:schemeClr val="tx1"/>
                </a:solidFill>
                <a:latin typeface="Open Sans" panose="020B0606030504020204" pitchFamily="34" charset="0"/>
              </a:defRPr>
            </a:lvl9pPr>
          </a:lstStyle>
          <a:p>
            <a:pPr eaLnBrk="1" hangingPunct="1">
              <a:defRPr/>
            </a:pPr>
            <a:r>
              <a:rPr lang="en-US" altLang="en-US" sz="70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rPr>
              <a:t>Copyright © 2026 Deloitte Development LLC. All rights reserved.</a:t>
            </a:r>
          </a:p>
        </p:txBody>
      </p:sp>
    </p:spTree>
    <p:extLst>
      <p:ext uri="{BB962C8B-B14F-4D97-AF65-F5344CB8AC3E}">
        <p14:creationId xmlns:p14="http://schemas.microsoft.com/office/powerpoint/2010/main" val="32106981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60" r:id="rId4"/>
    <p:sldLayoutId id="2147483761" r:id="rId5"/>
    <p:sldLayoutId id="2147483762" r:id="rId6"/>
    <p:sldLayoutId id="2147483764" r:id="rId7"/>
    <p:sldLayoutId id="2147483927" r:id="rId8"/>
    <p:sldLayoutId id="2147484022" r:id="rId9"/>
  </p:sldLayoutIdLst>
  <p:transition>
    <p:fade/>
  </p:transition>
  <p:hf hdr="0" ftr="0" dt="0"/>
  <p:txStyles>
    <p:titleStyle>
      <a:lvl1pPr algn="l" defTabSz="1217613" rtl="0" eaLnBrk="1" fontAlgn="base" hangingPunct="1">
        <a:lnSpc>
          <a:spcPct val="90000"/>
        </a:lnSpc>
        <a:spcBef>
          <a:spcPct val="0"/>
        </a:spcBef>
        <a:spcAft>
          <a:spcPct val="0"/>
        </a:spcAft>
        <a:defRPr sz="2400" kern="1200" spc="-50" baseline="0">
          <a:solidFill>
            <a:schemeClr val="tx1"/>
          </a:solidFill>
          <a:latin typeface="+mj-lt"/>
          <a:ea typeface="Open Sans Light" panose="020B0306030504020204" pitchFamily="34" charset="0"/>
          <a:cs typeface="Open Sans Light" panose="020B0306030504020204" pitchFamily="34" charset="0"/>
        </a:defRPr>
      </a:lvl1pPr>
      <a:lvl2pPr algn="l" defTabSz="1217613" rtl="0" eaLnBrk="1" fontAlgn="base" hangingPunct="1">
        <a:spcBef>
          <a:spcPct val="0"/>
        </a:spcBef>
        <a:spcAft>
          <a:spcPct val="0"/>
        </a:spcAft>
        <a:defRPr sz="28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2pPr>
      <a:lvl3pPr algn="l" defTabSz="1217613" rtl="0" eaLnBrk="1" fontAlgn="base" hangingPunct="1">
        <a:spcBef>
          <a:spcPct val="0"/>
        </a:spcBef>
        <a:spcAft>
          <a:spcPct val="0"/>
        </a:spcAft>
        <a:defRPr sz="28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3pPr>
      <a:lvl4pPr algn="l" defTabSz="1217613" rtl="0" eaLnBrk="1" fontAlgn="base" hangingPunct="1">
        <a:spcBef>
          <a:spcPct val="0"/>
        </a:spcBef>
        <a:spcAft>
          <a:spcPct val="0"/>
        </a:spcAft>
        <a:defRPr sz="28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4pPr>
      <a:lvl5pPr algn="l" defTabSz="1217613" rtl="0" eaLnBrk="1" fontAlgn="base" hangingPunct="1">
        <a:spcBef>
          <a:spcPct val="0"/>
        </a:spcBef>
        <a:spcAft>
          <a:spcPct val="0"/>
        </a:spcAft>
        <a:defRPr sz="28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5pPr>
      <a:lvl6pPr marL="457200" algn="l" defTabSz="1217613" rtl="0" eaLnBrk="1" fontAlgn="base" hangingPunct="1">
        <a:spcBef>
          <a:spcPct val="0"/>
        </a:spcBef>
        <a:spcAft>
          <a:spcPct val="0"/>
        </a:spcAft>
        <a:defRPr sz="28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6pPr>
      <a:lvl7pPr marL="914400" algn="l" defTabSz="1217613" rtl="0" eaLnBrk="1" fontAlgn="base" hangingPunct="1">
        <a:spcBef>
          <a:spcPct val="0"/>
        </a:spcBef>
        <a:spcAft>
          <a:spcPct val="0"/>
        </a:spcAft>
        <a:defRPr sz="28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7pPr>
      <a:lvl8pPr marL="1371600" algn="l" defTabSz="1217613" rtl="0" eaLnBrk="1" fontAlgn="base" hangingPunct="1">
        <a:spcBef>
          <a:spcPct val="0"/>
        </a:spcBef>
        <a:spcAft>
          <a:spcPct val="0"/>
        </a:spcAft>
        <a:defRPr sz="28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8pPr>
      <a:lvl9pPr marL="1828800" algn="l" defTabSz="1217613" rtl="0" eaLnBrk="1" fontAlgn="base" hangingPunct="1">
        <a:spcBef>
          <a:spcPct val="0"/>
        </a:spcBef>
        <a:spcAft>
          <a:spcPct val="0"/>
        </a:spcAft>
        <a:defRPr sz="28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9pPr>
    </p:titleStyle>
    <p:bodyStyle>
      <a:lvl1pPr algn="l" defTabSz="1217613" rtl="0" eaLnBrk="1" fontAlgn="base" hangingPunct="1">
        <a:spcBef>
          <a:spcPct val="0"/>
        </a:spcBef>
        <a:spcAft>
          <a:spcPts val="1338"/>
        </a:spcAft>
        <a:buSzPct val="100000"/>
        <a:buFont typeface="Arial" panose="020B0604020202020204" pitchFamily="34" charset="0"/>
        <a:defRPr sz="1000" kern="1200">
          <a:solidFill>
            <a:schemeClr val="tx1"/>
          </a:solidFill>
          <a:latin typeface="+mn-lt"/>
          <a:ea typeface="Open Sans" panose="020B0606030504020204" pitchFamily="34" charset="0"/>
          <a:cs typeface="Open Sans" panose="020B0606030504020204" pitchFamily="34" charset="0"/>
        </a:defRPr>
      </a:lvl1pPr>
      <a:lvl2pPr algn="l" defTabSz="1217613" rtl="0" eaLnBrk="1" fontAlgn="base" hangingPunct="1">
        <a:spcBef>
          <a:spcPct val="0"/>
        </a:spcBef>
        <a:spcAft>
          <a:spcPts val="1338"/>
        </a:spcAft>
        <a:buSzPct val="100000"/>
        <a:buFont typeface="Arial" panose="020B0604020202020204" pitchFamily="34" charset="0"/>
        <a:defRPr lang="en-US" sz="1000" b="1" kern="1200" dirty="0">
          <a:solidFill>
            <a:schemeClr val="tx1"/>
          </a:solidFill>
          <a:latin typeface="+mn-lt"/>
          <a:ea typeface="Open Sans" panose="020B0606030504020204" pitchFamily="34" charset="0"/>
          <a:cs typeface="Open Sans" panose="020B0606030504020204" pitchFamily="34" charset="0"/>
        </a:defRPr>
      </a:lvl2pPr>
      <a:lvl3pPr marL="234950" indent="-234950" algn="l" defTabSz="1217613" rtl="0" eaLnBrk="1" fontAlgn="base" hangingPunct="1">
        <a:spcBef>
          <a:spcPct val="0"/>
        </a:spcBef>
        <a:spcAft>
          <a:spcPts val="1338"/>
        </a:spcAft>
        <a:buSzPct val="100000"/>
        <a:buFont typeface="Arial" panose="020B0604020202020204" pitchFamily="34" charset="0"/>
        <a:buChar char="•"/>
        <a:defRPr lang="en-US" sz="1000" kern="1200" dirty="0">
          <a:solidFill>
            <a:schemeClr val="tx1"/>
          </a:solidFill>
          <a:latin typeface="+mn-lt"/>
          <a:ea typeface="Open Sans" panose="020B0606030504020204" pitchFamily="34" charset="0"/>
          <a:cs typeface="Open Sans" panose="020B0606030504020204" pitchFamily="34" charset="0"/>
        </a:defRPr>
      </a:lvl3pPr>
      <a:lvl4pPr marL="474663" indent="-234950" algn="l" defTabSz="1217613" rtl="0" eaLnBrk="1" fontAlgn="base" hangingPunct="1">
        <a:spcBef>
          <a:spcPct val="0"/>
        </a:spcBef>
        <a:spcAft>
          <a:spcPts val="1338"/>
        </a:spcAft>
        <a:buSzPct val="100000"/>
        <a:buFont typeface="Verdana" panose="020B0604030504040204" pitchFamily="34" charset="0"/>
        <a:buChar char="−"/>
        <a:defRPr lang="en-US" sz="1000" kern="1200" dirty="0">
          <a:solidFill>
            <a:schemeClr val="tx1"/>
          </a:solidFill>
          <a:latin typeface="+mn-lt"/>
          <a:ea typeface="Open Sans" panose="020B0606030504020204" pitchFamily="34" charset="0"/>
          <a:cs typeface="Open Sans" panose="020B0606030504020204" pitchFamily="34" charset="0"/>
        </a:defRPr>
      </a:lvl4pPr>
      <a:lvl5pPr marL="709613" indent="-234950" algn="l" defTabSz="1063625" rtl="0" eaLnBrk="1" fontAlgn="base" hangingPunct="1">
        <a:spcBef>
          <a:spcPct val="0"/>
        </a:spcBef>
        <a:spcAft>
          <a:spcPts val="1338"/>
        </a:spcAft>
        <a:buSzPct val="100000"/>
        <a:buFont typeface="Verdana" panose="020B0604030504040204" pitchFamily="34" charset="0"/>
        <a:buChar char="−"/>
        <a:defRPr lang="en-US" sz="1000" kern="1200" dirty="0">
          <a:solidFill>
            <a:schemeClr val="tx1"/>
          </a:solidFill>
          <a:latin typeface="+mn-lt"/>
          <a:ea typeface="Open Sans" panose="020B0606030504020204" pitchFamily="34" charset="0"/>
          <a:cs typeface="Open Sans" panose="020B0606030504020204" pitchFamily="34" charset="0"/>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8" pos="312">
          <p15:clr>
            <a:srgbClr val="A4A3A4"/>
          </p15:clr>
        </p15:guide>
        <p15:guide id="9" orient="horz" pos="312">
          <p15:clr>
            <a:srgbClr val="A4A3A4"/>
          </p15:clr>
        </p15:guide>
        <p15:guide id="10" pos="3840">
          <p15:clr>
            <a:srgbClr val="A4A3A4"/>
          </p15:clr>
        </p15:guide>
        <p15:guide id="11" orient="horz" pos="2160">
          <p15:clr>
            <a:srgbClr val="A4A3A4"/>
          </p15:clr>
        </p15:guide>
        <p15:guide id="12" orient="horz" pos="3996">
          <p15:clr>
            <a:srgbClr val="A4A3A4"/>
          </p15:clr>
        </p15:guide>
        <p15:guide id="13" pos="7359">
          <p15:clr>
            <a:srgbClr val="A4A3A4"/>
          </p15:clr>
        </p15:guide>
        <p15:guide id="14" orient="horz" pos="4136">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36"/>
            </p:custDataLst>
            <p:extLst>
              <p:ext uri="{D42A27DB-BD31-4B8C-83A1-F6EECF244321}">
                <p14:modId xmlns:p14="http://schemas.microsoft.com/office/powerpoint/2010/main" val="2630452337"/>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7" imgW="270" imgH="270" progId="TCLayout.ActiveDocument.1">
                  <p:embed/>
                </p:oleObj>
              </mc:Choice>
              <mc:Fallback>
                <p:oleObj name="think-cell Slide" r:id="rId37" imgW="270" imgH="270" progId="TCLayout.ActiveDocument.1">
                  <p:embed/>
                  <p:pic>
                    <p:nvPicPr>
                      <p:cNvPr id="4" name="Object 3" hidden="1"/>
                      <p:cNvPicPr/>
                      <p:nvPr/>
                    </p:nvPicPr>
                    <p:blipFill>
                      <a:blip r:embed="rId38"/>
                      <a:stretch>
                        <a:fillRect/>
                      </a:stretch>
                    </p:blipFill>
                    <p:spPr>
                      <a:xfrm>
                        <a:off x="2119" y="1591"/>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57200" y="345664"/>
            <a:ext cx="11274552" cy="340136"/>
          </a:xfrm>
          <a:prstGeom prst="rect">
            <a:avLst/>
          </a:prstGeom>
        </p:spPr>
        <p:txBody>
          <a:bodyPr vert="horz" lIns="0" tIns="0" rIns="0" bIns="0" rtlCol="0" anchor="t" anchorCtr="0">
            <a:noAutofit/>
          </a:bodyPr>
          <a:lstStyle/>
          <a:p>
            <a:r>
              <a:rPr lang="en-US" noProof="0"/>
              <a:t>Click to edit Master title style</a:t>
            </a:r>
          </a:p>
        </p:txBody>
      </p:sp>
      <p:sp>
        <p:nvSpPr>
          <p:cNvPr id="18" name="Copyright"/>
          <p:cNvSpPr txBox="1"/>
          <p:nvPr/>
        </p:nvSpPr>
        <p:spPr>
          <a:xfrm>
            <a:off x="457200" y="6519672"/>
            <a:ext cx="5355168" cy="12311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rgbClr val="75787B"/>
                </a:solidFill>
                <a:latin typeface="Aptos" panose="020B0004020202020204" pitchFamily="34" charset="0"/>
                <a:cs typeface="Calibri" panose="020F0502020204030204" pitchFamily="34" charset="0"/>
              </a:rPr>
              <a:t>Copyright © 2026 Deloitte MCS Limited. All rights reserved.</a:t>
            </a:r>
          </a:p>
        </p:txBody>
      </p:sp>
      <p:sp>
        <p:nvSpPr>
          <p:cNvPr id="19" name="Text Placeholder 18"/>
          <p:cNvSpPr>
            <a:spLocks noGrp="1"/>
          </p:cNvSpPr>
          <p:nvPr>
            <p:ph type="body" idx="1"/>
          </p:nvPr>
        </p:nvSpPr>
        <p:spPr>
          <a:xfrm>
            <a:off x="460093" y="1679602"/>
            <a:ext cx="11274552" cy="4661916"/>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Box 2"/>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rgbClr val="75787B"/>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a:solidFill>
                <a:srgbClr val="75787B"/>
              </a:solidFill>
              <a:latin typeface="Aptos" panose="020B0004020202020204" pitchFamily="34" charset="0"/>
              <a:cs typeface="Calibri" panose="020F0502020204030204" pitchFamily="34" charset="0"/>
            </a:endParaRPr>
          </a:p>
        </p:txBody>
      </p:sp>
    </p:spTree>
    <p:extLst>
      <p:ext uri="{BB962C8B-B14F-4D97-AF65-F5344CB8AC3E}">
        <p14:creationId xmlns:p14="http://schemas.microsoft.com/office/powerpoint/2010/main" val="4034357974"/>
      </p:ext>
    </p:extLst>
  </p:cSld>
  <p:clrMap bg1="lt1" tx1="dk1" bg2="lt2" tx2="dk2" accent1="accent1" accent2="accent2" accent3="accent3" accent4="accent4" accent5="accent5" accent6="accent6" hlink="hlink" folHlink="folHlink"/>
  <p:sldLayoutIdLst>
    <p:sldLayoutId id="2147483788" r:id="rId1"/>
    <p:sldLayoutId id="2147483789" r:id="rId2"/>
    <p:sldLayoutId id="2147483790" r:id="rId3"/>
    <p:sldLayoutId id="2147483791" r:id="rId4"/>
    <p:sldLayoutId id="2147483792" r:id="rId5"/>
    <p:sldLayoutId id="2147483793" r:id="rId6"/>
    <p:sldLayoutId id="2147483794" r:id="rId7"/>
    <p:sldLayoutId id="2147483795" r:id="rId8"/>
    <p:sldLayoutId id="2147483796" r:id="rId9"/>
    <p:sldLayoutId id="2147483797" r:id="rId10"/>
    <p:sldLayoutId id="2147483798" r:id="rId11"/>
    <p:sldLayoutId id="2147483799" r:id="rId12"/>
    <p:sldLayoutId id="2147483800" r:id="rId13"/>
    <p:sldLayoutId id="2147483801" r:id="rId14"/>
    <p:sldLayoutId id="2147483802" r:id="rId15"/>
    <p:sldLayoutId id="2147483804" r:id="rId16"/>
    <p:sldLayoutId id="2147483844" r:id="rId17"/>
    <p:sldLayoutId id="2147484005" r:id="rId18"/>
    <p:sldLayoutId id="2147484006" r:id="rId19"/>
    <p:sldLayoutId id="2147484007" r:id="rId20"/>
    <p:sldLayoutId id="2147484008" r:id="rId21"/>
    <p:sldLayoutId id="2147484009" r:id="rId22"/>
    <p:sldLayoutId id="2147484010" r:id="rId23"/>
    <p:sldLayoutId id="2147484011" r:id="rId24"/>
    <p:sldLayoutId id="2147484012" r:id="rId25"/>
    <p:sldLayoutId id="2147484013" r:id="rId26"/>
    <p:sldLayoutId id="2147484014" r:id="rId27"/>
    <p:sldLayoutId id="2147484015" r:id="rId28"/>
    <p:sldLayoutId id="2147484016" r:id="rId29"/>
    <p:sldLayoutId id="2147484017" r:id="rId30"/>
    <p:sldLayoutId id="2147484018" r:id="rId31"/>
    <p:sldLayoutId id="2147484019" r:id="rId32"/>
    <p:sldLayoutId id="2147484020" r:id="rId33"/>
    <p:sldLayoutId id="2147484021" r:id="rId34"/>
  </p:sldLayoutIdLst>
  <p:transition>
    <p:fade/>
  </p:transition>
  <p:hf hdr="0" dt="0"/>
  <p:txStyles>
    <p:titleStyle>
      <a:lvl1pPr algn="l" defTabSz="685800" rtl="0" eaLnBrk="1" latinLnBrk="0" hangingPunct="1">
        <a:spcBef>
          <a:spcPct val="0"/>
        </a:spcBef>
        <a:buNone/>
        <a:defRPr sz="2100" b="1" kern="1200">
          <a:solidFill>
            <a:schemeClr val="tx1"/>
          </a:solidFill>
          <a:latin typeface="Aptos" panose="020B0004020202020204" pitchFamily="34" charset="0"/>
          <a:ea typeface="+mj-ea"/>
          <a:cs typeface="Calibri Light" panose="020F0302020204030204" pitchFamily="34" charset="0"/>
        </a:defRPr>
      </a:lvl1pPr>
    </p:titleStyle>
    <p:bodyStyle>
      <a:lvl1pPr marL="0" indent="0" algn="l" defTabSz="685800" rtl="0" eaLnBrk="1" latinLnBrk="0" hangingPunct="1">
        <a:lnSpc>
          <a:spcPct val="100000"/>
        </a:lnSpc>
        <a:spcBef>
          <a:spcPts val="200"/>
        </a:spcBef>
        <a:spcAft>
          <a:spcPts val="200"/>
        </a:spcAft>
        <a:buSzPct val="100000"/>
        <a:buFontTx/>
        <a:buNone/>
        <a:defRPr sz="1200" b="0" kern="1200">
          <a:solidFill>
            <a:schemeClr val="tx1"/>
          </a:solidFill>
          <a:latin typeface="Aptos" panose="020B0004020202020204" pitchFamily="34" charset="0"/>
          <a:ea typeface="+mn-ea"/>
          <a:cs typeface="Calibri Light" panose="020F0302020204030204" pitchFamily="34" charset="0"/>
        </a:defRPr>
      </a:lvl1pPr>
      <a:lvl2pPr marL="179388" indent="-179388"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dirty="0" smtClean="0">
          <a:solidFill>
            <a:schemeClr val="tx1"/>
          </a:solidFill>
          <a:latin typeface="Aptos" panose="020B0004020202020204" pitchFamily="34" charset="0"/>
          <a:ea typeface="+mn-ea"/>
          <a:cs typeface="Calibri Light" panose="020F0302020204030204" pitchFamily="34" charset="0"/>
        </a:defRPr>
      </a:lvl2pPr>
      <a:lvl3pPr marL="360363" indent="-180975"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dirty="0" smtClean="0">
          <a:solidFill>
            <a:schemeClr val="tx1"/>
          </a:solidFill>
          <a:latin typeface="Aptos" panose="020B0004020202020204" pitchFamily="34" charset="0"/>
          <a:ea typeface="+mn-ea"/>
          <a:cs typeface="Calibri Light" panose="020F0302020204030204" pitchFamily="34" charset="0"/>
        </a:defRPr>
      </a:lvl3pPr>
      <a:lvl4pPr marL="538163" indent="-177800"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baseline="0" dirty="0" smtClean="0">
          <a:solidFill>
            <a:schemeClr val="tx1"/>
          </a:solidFill>
          <a:latin typeface="Aptos" panose="020B0004020202020204" pitchFamily="34" charset="0"/>
          <a:ea typeface="+mn-ea"/>
          <a:cs typeface="Calibri Light" panose="020F0302020204030204" pitchFamily="34" charset="0"/>
        </a:defRPr>
      </a:lvl4pPr>
      <a:lvl5pPr marL="717550" indent="-179388" algn="l" defTabSz="598885" rtl="0" eaLnBrk="1" latinLnBrk="0" hangingPunct="1">
        <a:lnSpc>
          <a:spcPct val="100000"/>
        </a:lnSpc>
        <a:spcBef>
          <a:spcPts val="200"/>
        </a:spcBef>
        <a:spcAft>
          <a:spcPts val="200"/>
        </a:spcAft>
        <a:buClrTx/>
        <a:buSzPct val="100000"/>
        <a:buFont typeface="Arial" panose="020B0604020202020204" pitchFamily="34" charset="0"/>
        <a:buChar char="−"/>
        <a:tabLst/>
        <a:defRPr lang="en-US" sz="1200" b="0" kern="1200" baseline="0" dirty="0" smtClean="0">
          <a:solidFill>
            <a:schemeClr val="tx1"/>
          </a:solidFill>
          <a:latin typeface="Aptos" panose="020B0004020202020204" pitchFamily="34" charset="0"/>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45" orient="horz" pos="4008">
          <p15:clr>
            <a:srgbClr val="F26B43"/>
          </p15:clr>
        </p15:guide>
        <p15:guide id="49" orient="horz" pos="432">
          <p15:clr>
            <a:srgbClr val="F26B43"/>
          </p15:clr>
        </p15:guide>
        <p15:guide id="68" orient="horz" pos="4104">
          <p15:clr>
            <a:srgbClr val="F26B43"/>
          </p15:clr>
        </p15:guide>
        <p15:guide id="70" orient="horz" pos="1056">
          <p15:clr>
            <a:srgbClr val="F26B43"/>
          </p15:clr>
        </p15:guide>
        <p15:guide id="71" orient="horz" pos="216">
          <p15:clr>
            <a:srgbClr val="F26B43"/>
          </p15:clr>
        </p15:guide>
        <p15:guide id="72" pos="3840">
          <p15:clr>
            <a:srgbClr val="F26B43"/>
          </p15:clr>
        </p15:guide>
        <p15:guide id="73" pos="3936">
          <p15:clr>
            <a:srgbClr val="F26B43"/>
          </p15:clr>
        </p15:guide>
        <p15:guide id="74" pos="288">
          <p15:clr>
            <a:srgbClr val="F26B43"/>
          </p15:clr>
        </p15:guide>
        <p15:guide id="76" pos="3744">
          <p15:clr>
            <a:srgbClr val="F26B43"/>
          </p15:clr>
        </p15:guide>
        <p15:guide id="84" pos="7392">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jpeg"/><Relationship Id="rId7" Type="http://schemas.openxmlformats.org/officeDocument/2006/relationships/image" Target="../media/image29.png"/><Relationship Id="rId2" Type="http://schemas.openxmlformats.org/officeDocument/2006/relationships/image" Target="../media/image24.jpeg"/><Relationship Id="rId1" Type="http://schemas.openxmlformats.org/officeDocument/2006/relationships/slideLayout" Target="../slideLayouts/slideLayout74.xml"/><Relationship Id="rId6" Type="http://schemas.openxmlformats.org/officeDocument/2006/relationships/image" Target="../media/image28.jpeg"/><Relationship Id="rId5" Type="http://schemas.openxmlformats.org/officeDocument/2006/relationships/image" Target="../media/image27.jpeg"/><Relationship Id="rId4" Type="http://schemas.openxmlformats.org/officeDocument/2006/relationships/image" Target="../media/image26.jpeg"/></Relationships>
</file>

<file path=ppt/slides/_rels/slide2.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0.png"/><Relationship Id="rId2" Type="http://schemas.openxmlformats.org/officeDocument/2006/relationships/image" Target="../media/image31.png"/><Relationship Id="rId1" Type="http://schemas.openxmlformats.org/officeDocument/2006/relationships/slideLayout" Target="../slideLayouts/slideLayout74.xml"/><Relationship Id="rId6" Type="http://schemas.openxmlformats.org/officeDocument/2006/relationships/image" Target="../media/image29.png"/><Relationship Id="rId5" Type="http://schemas.openxmlformats.org/officeDocument/2006/relationships/image" Target="../media/image34.png"/><Relationship Id="rId4" Type="http://schemas.openxmlformats.org/officeDocument/2006/relationships/image" Target="../media/image33.png"/></Relationships>
</file>

<file path=ppt/slides/_rels/slide3.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notesSlide" Target="../notesSlides/notesSlide1.xml"/><Relationship Id="rId1" Type="http://schemas.openxmlformats.org/officeDocument/2006/relationships/slideLayout" Target="../slideLayouts/slideLayout35.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3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48B48A7-98AE-8F3C-5912-1A397869AB86}"/>
              </a:ext>
            </a:extLst>
          </p:cNvPr>
          <p:cNvSpPr>
            <a:spLocks noGrp="1"/>
          </p:cNvSpPr>
          <p:nvPr>
            <p:ph type="body" sz="quarter" idx="13"/>
          </p:nvPr>
        </p:nvSpPr>
        <p:spPr/>
        <p:txBody>
          <a:bodyPr/>
          <a:lstStyle/>
          <a:p>
            <a:r>
              <a:rPr lang="en-GB"/>
              <a:t> </a:t>
            </a:r>
          </a:p>
        </p:txBody>
      </p:sp>
      <p:sp>
        <p:nvSpPr>
          <p:cNvPr id="3" name="Title 2">
            <a:extLst>
              <a:ext uri="{FF2B5EF4-FFF2-40B4-BE49-F238E27FC236}">
                <a16:creationId xmlns:a16="http://schemas.microsoft.com/office/drawing/2014/main" id="{F5301CD3-1DBB-E1C2-4D96-F674D8340248}"/>
              </a:ext>
            </a:extLst>
          </p:cNvPr>
          <p:cNvSpPr>
            <a:spLocks noGrp="1"/>
          </p:cNvSpPr>
          <p:nvPr>
            <p:ph type="title"/>
          </p:nvPr>
        </p:nvSpPr>
        <p:spPr/>
        <p:txBody>
          <a:bodyPr/>
          <a:lstStyle/>
          <a:p>
            <a:r>
              <a:rPr lang="en-GB" b="1"/>
              <a:t>Zora AI™ | Comparing AI Approaches: Why Zora AI Stands Out</a:t>
            </a:r>
            <a:br>
              <a:rPr lang="en-GB" b="1"/>
            </a:br>
            <a:r>
              <a:rPr lang="en-GB" b="1"/>
              <a:t> </a:t>
            </a:r>
          </a:p>
        </p:txBody>
      </p:sp>
      <p:graphicFrame>
        <p:nvGraphicFramePr>
          <p:cNvPr id="4" name="Executive comparison table">
            <a:extLst>
              <a:ext uri="{FF2B5EF4-FFF2-40B4-BE49-F238E27FC236}">
                <a16:creationId xmlns:a16="http://schemas.microsoft.com/office/drawing/2014/main" id="{63D880CA-CCF5-F020-CDA0-3D8D6F0E654F}"/>
              </a:ext>
            </a:extLst>
          </p:cNvPr>
          <p:cNvGraphicFramePr>
            <a:graphicFrameLocks noGrp="1"/>
          </p:cNvGraphicFramePr>
          <p:nvPr/>
        </p:nvGraphicFramePr>
        <p:xfrm>
          <a:off x="603504" y="1024128"/>
          <a:ext cx="10835640" cy="3943350"/>
        </p:xfrm>
        <a:graphic>
          <a:graphicData uri="http://schemas.openxmlformats.org/drawingml/2006/table">
            <a:tbl>
              <a:tblPr firstRow="1" bandRow="1">
                <a:tableStyleId>{5C22544A-7EE6-4342-B048-85BDC9FD1C3A}</a:tableStyleId>
              </a:tblPr>
              <a:tblGrid>
                <a:gridCol w="2944368">
                  <a:extLst>
                    <a:ext uri="{9D8B030D-6E8A-4147-A177-3AD203B41FA5}">
                      <a16:colId xmlns:a16="http://schemas.microsoft.com/office/drawing/2014/main" val="20000"/>
                    </a:ext>
                  </a:extLst>
                </a:gridCol>
                <a:gridCol w="3730752">
                  <a:extLst>
                    <a:ext uri="{9D8B030D-6E8A-4147-A177-3AD203B41FA5}">
                      <a16:colId xmlns:a16="http://schemas.microsoft.com/office/drawing/2014/main" val="20001"/>
                    </a:ext>
                  </a:extLst>
                </a:gridCol>
                <a:gridCol w="4160520">
                  <a:extLst>
                    <a:ext uri="{9D8B030D-6E8A-4147-A177-3AD203B41FA5}">
                      <a16:colId xmlns:a16="http://schemas.microsoft.com/office/drawing/2014/main" val="20002"/>
                    </a:ext>
                  </a:extLst>
                </a:gridCol>
              </a:tblGrid>
              <a:tr h="429768">
                <a:tc>
                  <a:txBody>
                    <a:bodyPr/>
                    <a:lstStyle/>
                    <a:p>
                      <a:pPr algn="l">
                        <a:lnSpc>
                          <a:spcPct val="100000"/>
                        </a:lnSpc>
                        <a:spcAft>
                          <a:spcPts val="0"/>
                        </a:spcAft>
                      </a:pPr>
                      <a:r>
                        <a:rPr sz="1550" b="1">
                          <a:solidFill>
                            <a:srgbClr val="FFFFFF"/>
                          </a:solidFill>
                          <a:latin typeface="Aptos Display"/>
                        </a:rPr>
                        <a:t>Option</a:t>
                      </a:r>
                    </a:p>
                  </a:txBody>
                  <a:tcPr marL="118872" marB="36576" anchor="ctr">
                    <a:lnB w="7620">
                      <a:solidFill>
                        <a:srgbClr val="86BC25"/>
                      </a:solidFill>
                    </a:lnB>
                    <a:solidFill>
                      <a:srgbClr val="122214"/>
                    </a:solidFill>
                  </a:tcPr>
                </a:tc>
                <a:tc>
                  <a:txBody>
                    <a:bodyPr/>
                    <a:lstStyle/>
                    <a:p>
                      <a:pPr algn="l">
                        <a:lnSpc>
                          <a:spcPct val="100000"/>
                        </a:lnSpc>
                        <a:spcAft>
                          <a:spcPts val="0"/>
                        </a:spcAft>
                      </a:pPr>
                      <a:r>
                        <a:rPr sz="1550" b="1">
                          <a:solidFill>
                            <a:srgbClr val="FFFFFF"/>
                          </a:solidFill>
                          <a:latin typeface="Aptos Display"/>
                        </a:rPr>
                        <a:t>Best fit</a:t>
                      </a:r>
                    </a:p>
                  </a:txBody>
                  <a:tcPr marL="118872" marB="36576" anchor="ctr">
                    <a:lnB w="7620">
                      <a:solidFill>
                        <a:srgbClr val="86BC25"/>
                      </a:solidFill>
                    </a:lnB>
                    <a:solidFill>
                      <a:srgbClr val="122214"/>
                    </a:solidFill>
                  </a:tcPr>
                </a:tc>
                <a:tc>
                  <a:txBody>
                    <a:bodyPr/>
                    <a:lstStyle/>
                    <a:p>
                      <a:pPr algn="l">
                        <a:lnSpc>
                          <a:spcPct val="100000"/>
                        </a:lnSpc>
                        <a:spcAft>
                          <a:spcPts val="0"/>
                        </a:spcAft>
                      </a:pPr>
                      <a:r>
                        <a:rPr sz="1550" b="1">
                          <a:solidFill>
                            <a:srgbClr val="FFFFFF"/>
                          </a:solidFill>
                          <a:latin typeface="Aptos Display"/>
                        </a:rPr>
                        <a:t>Watch-outs</a:t>
                      </a:r>
                    </a:p>
                  </a:txBody>
                  <a:tcPr marL="118872" marB="36576" anchor="ctr">
                    <a:lnB w="7620">
                      <a:solidFill>
                        <a:srgbClr val="86BC25"/>
                      </a:solidFill>
                    </a:lnB>
                    <a:solidFill>
                      <a:srgbClr val="122214"/>
                    </a:solidFill>
                  </a:tcPr>
                </a:tc>
                <a:extLst>
                  <a:ext uri="{0D108BD9-81ED-4DB2-BD59-A6C34878D82A}">
                    <a16:rowId xmlns:a16="http://schemas.microsoft.com/office/drawing/2014/main" val="10000"/>
                  </a:ext>
                </a:extLst>
              </a:tr>
              <a:tr h="694944">
                <a:tc>
                  <a:txBody>
                    <a:bodyPr/>
                    <a:lstStyle/>
                    <a:p>
                      <a:pPr algn="l">
                        <a:lnSpc>
                          <a:spcPct val="100000"/>
                        </a:lnSpc>
                        <a:spcAft>
                          <a:spcPts val="0"/>
                        </a:spcAft>
                      </a:pPr>
                      <a:r>
                        <a:rPr sz="1480" b="1">
                          <a:solidFill>
                            <a:srgbClr val="FFFFFF"/>
                          </a:solidFill>
                          <a:latin typeface="Aptos"/>
                        </a:rPr>
                        <a:t>Generic LLMs / Claude / ChatGPT</a:t>
                      </a:r>
                    </a:p>
                  </a:txBody>
                  <a:tcPr marL="621792" marR="100584" marB="36576" anchor="ctr">
                    <a:lnL w="3810">
                      <a:solidFill>
                        <a:srgbClr val="2F3A30"/>
                      </a:solidFill>
                    </a:lnL>
                    <a:lnR w="3810">
                      <a:solidFill>
                        <a:srgbClr val="2F3A30"/>
                      </a:solidFill>
                    </a:lnR>
                    <a:lnT w="7620" cap="flat" cmpd="sng" algn="ctr">
                      <a:solidFill>
                        <a:srgbClr val="86BC25"/>
                      </a:solidFill>
                      <a:prstDash val="solid"/>
                      <a:round/>
                      <a:headEnd type="none" w="med" len="med"/>
                      <a:tailEnd type="none" w="med" len="med"/>
                    </a:lnT>
                    <a:lnB w="3810">
                      <a:solidFill>
                        <a:srgbClr val="2F3A30"/>
                      </a:solidFill>
                    </a:lnB>
                    <a:solidFill>
                      <a:srgbClr val="080D0B"/>
                    </a:solidFill>
                  </a:tcPr>
                </a:tc>
                <a:tc>
                  <a:txBody>
                    <a:bodyPr/>
                    <a:lstStyle/>
                    <a:p>
                      <a:pPr algn="l">
                        <a:lnSpc>
                          <a:spcPct val="100000"/>
                        </a:lnSpc>
                        <a:spcAft>
                          <a:spcPts val="0"/>
                        </a:spcAft>
                      </a:pPr>
                      <a:r>
                        <a:rPr sz="1425" b="0">
                          <a:solidFill>
                            <a:srgbClr val="D8E0D8"/>
                          </a:solidFill>
                          <a:latin typeface="Aptos"/>
                        </a:rPr>
                        <a:t>Fast drafting, summarisation and Q&amp;A</a:t>
                      </a:r>
                    </a:p>
                  </a:txBody>
                  <a:tcPr marL="118872" marR="100584" marB="36576" anchor="ctr">
                    <a:lnL w="3810">
                      <a:solidFill>
                        <a:srgbClr val="2F3A30"/>
                      </a:solidFill>
                    </a:lnL>
                    <a:lnR w="3810">
                      <a:solidFill>
                        <a:srgbClr val="2F3A30"/>
                      </a:solidFill>
                    </a:lnR>
                    <a:lnT w="7620" cap="flat" cmpd="sng" algn="ctr">
                      <a:solidFill>
                        <a:srgbClr val="86BC25"/>
                      </a:solidFill>
                      <a:prstDash val="solid"/>
                      <a:round/>
                      <a:headEnd type="none" w="med" len="med"/>
                      <a:tailEnd type="none" w="med" len="med"/>
                    </a:lnT>
                    <a:lnB w="3810">
                      <a:solidFill>
                        <a:srgbClr val="2F3A30"/>
                      </a:solidFill>
                    </a:lnB>
                    <a:solidFill>
                      <a:srgbClr val="080D0B"/>
                    </a:solidFill>
                  </a:tcPr>
                </a:tc>
                <a:tc>
                  <a:txBody>
                    <a:bodyPr/>
                    <a:lstStyle/>
                    <a:p>
                      <a:pPr algn="l">
                        <a:lnSpc>
                          <a:spcPct val="100000"/>
                        </a:lnSpc>
                        <a:spcAft>
                          <a:spcPts val="0"/>
                        </a:spcAft>
                      </a:pPr>
                      <a:r>
                        <a:rPr sz="1415" b="0">
                          <a:solidFill>
                            <a:srgbClr val="D8E0D8"/>
                          </a:solidFill>
                          <a:latin typeface="Aptos"/>
                        </a:rPr>
                        <a:t>Not finance-specific; controls, auditability and execution must be built</a:t>
                      </a:r>
                    </a:p>
                  </a:txBody>
                  <a:tcPr marL="118872" marR="100584" marB="36576" anchor="ctr">
                    <a:lnL w="3810">
                      <a:solidFill>
                        <a:srgbClr val="2F3A30"/>
                      </a:solidFill>
                    </a:lnL>
                    <a:lnR w="3810">
                      <a:solidFill>
                        <a:srgbClr val="2F3A30"/>
                      </a:solidFill>
                    </a:lnR>
                    <a:lnT w="7620" cap="flat" cmpd="sng" algn="ctr">
                      <a:solidFill>
                        <a:srgbClr val="86BC25"/>
                      </a:solidFill>
                      <a:prstDash val="solid"/>
                      <a:round/>
                      <a:headEnd type="none" w="med" len="med"/>
                      <a:tailEnd type="none" w="med" len="med"/>
                    </a:lnT>
                    <a:lnB w="3810">
                      <a:solidFill>
                        <a:srgbClr val="2F3A30"/>
                      </a:solidFill>
                    </a:lnB>
                    <a:solidFill>
                      <a:srgbClr val="080D0B"/>
                    </a:solidFill>
                  </a:tcPr>
                </a:tc>
                <a:extLst>
                  <a:ext uri="{0D108BD9-81ED-4DB2-BD59-A6C34878D82A}">
                    <a16:rowId xmlns:a16="http://schemas.microsoft.com/office/drawing/2014/main" val="10001"/>
                  </a:ext>
                </a:extLst>
              </a:tr>
              <a:tr h="694944">
                <a:tc>
                  <a:txBody>
                    <a:bodyPr/>
                    <a:lstStyle/>
                    <a:p>
                      <a:pPr algn="l">
                        <a:lnSpc>
                          <a:spcPct val="100000"/>
                        </a:lnSpc>
                        <a:spcAft>
                          <a:spcPts val="0"/>
                        </a:spcAft>
                      </a:pPr>
                      <a:r>
                        <a:rPr sz="1480" b="1">
                          <a:solidFill>
                            <a:srgbClr val="FFFFFF"/>
                          </a:solidFill>
                          <a:latin typeface="Aptos"/>
                        </a:rPr>
                        <a:t>ERP / workflow native AI</a:t>
                      </a:r>
                    </a:p>
                  </a:txBody>
                  <a:tcPr marL="621792" marR="100584" marB="36576" anchor="ctr">
                    <a:lnL w="3810">
                      <a:solidFill>
                        <a:srgbClr val="2F3A30"/>
                      </a:solidFill>
                    </a:lnL>
                    <a:lnR w="3810">
                      <a:solidFill>
                        <a:srgbClr val="2F3A30"/>
                      </a:solidFill>
                    </a:lnR>
                    <a:lnT w="3810">
                      <a:solidFill>
                        <a:srgbClr val="2F3A30"/>
                      </a:solidFill>
                    </a:lnT>
                    <a:lnB w="3810">
                      <a:solidFill>
                        <a:srgbClr val="2F3A30"/>
                      </a:solidFill>
                    </a:lnB>
                    <a:solidFill>
                      <a:srgbClr val="0C1310"/>
                    </a:solidFill>
                  </a:tcPr>
                </a:tc>
                <a:tc>
                  <a:txBody>
                    <a:bodyPr/>
                    <a:lstStyle/>
                    <a:p>
                      <a:pPr algn="l">
                        <a:lnSpc>
                          <a:spcPct val="100000"/>
                        </a:lnSpc>
                        <a:spcAft>
                          <a:spcPts val="0"/>
                        </a:spcAft>
                      </a:pPr>
                      <a:r>
                        <a:rPr sz="1425" b="0">
                          <a:solidFill>
                            <a:srgbClr val="D8E0D8"/>
                          </a:solidFill>
                          <a:latin typeface="Aptos"/>
                        </a:rPr>
                        <a:t>Embedded in existing system workflows</a:t>
                      </a:r>
                    </a:p>
                  </a:txBody>
                  <a:tcPr marL="118872" marR="100584" marB="36576" anchor="ctr">
                    <a:lnL w="3810">
                      <a:solidFill>
                        <a:srgbClr val="2F3A30"/>
                      </a:solidFill>
                    </a:lnL>
                    <a:lnR w="3810">
                      <a:solidFill>
                        <a:srgbClr val="2F3A30"/>
                      </a:solidFill>
                    </a:lnR>
                    <a:lnT w="3810">
                      <a:solidFill>
                        <a:srgbClr val="2F3A30"/>
                      </a:solidFill>
                    </a:lnT>
                    <a:lnB w="3810">
                      <a:solidFill>
                        <a:srgbClr val="2F3A30"/>
                      </a:solidFill>
                    </a:lnB>
                    <a:solidFill>
                      <a:srgbClr val="0C1310"/>
                    </a:solidFill>
                  </a:tcPr>
                </a:tc>
                <a:tc>
                  <a:txBody>
                    <a:bodyPr/>
                    <a:lstStyle/>
                    <a:p>
                      <a:pPr algn="l">
                        <a:lnSpc>
                          <a:spcPct val="100000"/>
                        </a:lnSpc>
                        <a:spcAft>
                          <a:spcPts val="0"/>
                        </a:spcAft>
                      </a:pPr>
                      <a:r>
                        <a:rPr sz="1415" b="0">
                          <a:solidFill>
                            <a:srgbClr val="D8E0D8"/>
                          </a:solidFill>
                          <a:latin typeface="Aptos"/>
                        </a:rPr>
                        <a:t>Platform-bound; weak for cross-system orchestration</a:t>
                      </a:r>
                    </a:p>
                  </a:txBody>
                  <a:tcPr marL="118872" marR="100584" marB="36576" anchor="ctr">
                    <a:lnL w="3810">
                      <a:solidFill>
                        <a:srgbClr val="2F3A30"/>
                      </a:solidFill>
                    </a:lnL>
                    <a:lnR w="3810">
                      <a:solidFill>
                        <a:srgbClr val="2F3A30"/>
                      </a:solidFill>
                    </a:lnR>
                    <a:lnT w="3810">
                      <a:solidFill>
                        <a:srgbClr val="2F3A30"/>
                      </a:solidFill>
                    </a:lnT>
                    <a:lnB w="3810">
                      <a:solidFill>
                        <a:srgbClr val="2F3A30"/>
                      </a:solidFill>
                    </a:lnB>
                    <a:solidFill>
                      <a:srgbClr val="0C1310"/>
                    </a:solidFill>
                  </a:tcPr>
                </a:tc>
                <a:extLst>
                  <a:ext uri="{0D108BD9-81ED-4DB2-BD59-A6C34878D82A}">
                    <a16:rowId xmlns:a16="http://schemas.microsoft.com/office/drawing/2014/main" val="10002"/>
                  </a:ext>
                </a:extLst>
              </a:tr>
              <a:tr h="694944">
                <a:tc>
                  <a:txBody>
                    <a:bodyPr/>
                    <a:lstStyle/>
                    <a:p>
                      <a:pPr algn="l">
                        <a:lnSpc>
                          <a:spcPct val="100000"/>
                        </a:lnSpc>
                        <a:spcAft>
                          <a:spcPts val="0"/>
                        </a:spcAft>
                      </a:pPr>
                      <a:r>
                        <a:rPr sz="1480" b="1" dirty="0">
                          <a:solidFill>
                            <a:srgbClr val="FFFFFF"/>
                          </a:solidFill>
                          <a:latin typeface="Aptos"/>
                        </a:rPr>
                        <a:t>Traditional BI / analytics</a:t>
                      </a:r>
                    </a:p>
                  </a:txBody>
                  <a:tcPr marL="621792" marR="100584" marB="36576" anchor="ctr">
                    <a:lnL w="3810">
                      <a:solidFill>
                        <a:srgbClr val="2F3A30"/>
                      </a:solidFill>
                    </a:lnL>
                    <a:lnR w="3810">
                      <a:solidFill>
                        <a:srgbClr val="2F3A30"/>
                      </a:solidFill>
                    </a:lnR>
                    <a:lnT w="3810">
                      <a:solidFill>
                        <a:srgbClr val="2F3A30"/>
                      </a:solidFill>
                    </a:lnT>
                    <a:lnB w="3810">
                      <a:solidFill>
                        <a:srgbClr val="2F3A30"/>
                      </a:solidFill>
                    </a:lnB>
                    <a:solidFill>
                      <a:srgbClr val="080D0B"/>
                    </a:solidFill>
                  </a:tcPr>
                </a:tc>
                <a:tc>
                  <a:txBody>
                    <a:bodyPr/>
                    <a:lstStyle/>
                    <a:p>
                      <a:pPr algn="l">
                        <a:lnSpc>
                          <a:spcPct val="100000"/>
                        </a:lnSpc>
                        <a:spcAft>
                          <a:spcPts val="0"/>
                        </a:spcAft>
                      </a:pPr>
                      <a:r>
                        <a:rPr sz="1425" b="0">
                          <a:solidFill>
                            <a:srgbClr val="D8E0D8"/>
                          </a:solidFill>
                          <a:latin typeface="Aptos"/>
                        </a:rPr>
                        <a:t>Reporting, dashboards and KPI tracking</a:t>
                      </a:r>
                    </a:p>
                  </a:txBody>
                  <a:tcPr marL="118872" marR="100584" marB="36576" anchor="ctr">
                    <a:lnL w="3810">
                      <a:solidFill>
                        <a:srgbClr val="2F3A30"/>
                      </a:solidFill>
                    </a:lnL>
                    <a:lnR w="3810">
                      <a:solidFill>
                        <a:srgbClr val="2F3A30"/>
                      </a:solidFill>
                    </a:lnR>
                    <a:lnT w="3810">
                      <a:solidFill>
                        <a:srgbClr val="2F3A30"/>
                      </a:solidFill>
                    </a:lnT>
                    <a:lnB w="3810">
                      <a:solidFill>
                        <a:srgbClr val="2F3A30"/>
                      </a:solidFill>
                    </a:lnB>
                    <a:solidFill>
                      <a:srgbClr val="080D0B"/>
                    </a:solidFill>
                  </a:tcPr>
                </a:tc>
                <a:tc>
                  <a:txBody>
                    <a:bodyPr/>
                    <a:lstStyle/>
                    <a:p>
                      <a:pPr algn="l">
                        <a:lnSpc>
                          <a:spcPct val="100000"/>
                        </a:lnSpc>
                        <a:spcAft>
                          <a:spcPts val="0"/>
                        </a:spcAft>
                      </a:pPr>
                      <a:r>
                        <a:rPr sz="1415" b="0">
                          <a:solidFill>
                            <a:srgbClr val="D8E0D8"/>
                          </a:solidFill>
                          <a:latin typeface="Aptos"/>
                        </a:rPr>
                        <a:t>Insight-led; limited decision automation or governed workflow execution</a:t>
                      </a:r>
                    </a:p>
                  </a:txBody>
                  <a:tcPr marL="118872" marR="100584" marB="36576" anchor="ctr">
                    <a:lnL w="3810">
                      <a:solidFill>
                        <a:srgbClr val="2F3A30"/>
                      </a:solidFill>
                    </a:lnL>
                    <a:lnR w="3810">
                      <a:solidFill>
                        <a:srgbClr val="2F3A30"/>
                      </a:solidFill>
                    </a:lnR>
                    <a:lnT w="3810">
                      <a:solidFill>
                        <a:srgbClr val="2F3A30"/>
                      </a:solidFill>
                    </a:lnT>
                    <a:lnB w="3810">
                      <a:solidFill>
                        <a:srgbClr val="2F3A30"/>
                      </a:solidFill>
                    </a:lnB>
                    <a:solidFill>
                      <a:srgbClr val="080D0B"/>
                    </a:solidFill>
                  </a:tcPr>
                </a:tc>
                <a:extLst>
                  <a:ext uri="{0D108BD9-81ED-4DB2-BD59-A6C34878D82A}">
                    <a16:rowId xmlns:a16="http://schemas.microsoft.com/office/drawing/2014/main" val="10003"/>
                  </a:ext>
                </a:extLst>
              </a:tr>
              <a:tr h="694944">
                <a:tc>
                  <a:txBody>
                    <a:bodyPr/>
                    <a:lstStyle/>
                    <a:p>
                      <a:pPr algn="l">
                        <a:lnSpc>
                          <a:spcPct val="100000"/>
                        </a:lnSpc>
                        <a:spcAft>
                          <a:spcPts val="0"/>
                        </a:spcAft>
                      </a:pPr>
                      <a:r>
                        <a:rPr sz="1480" b="1">
                          <a:solidFill>
                            <a:srgbClr val="FFFFFF"/>
                          </a:solidFill>
                          <a:latin typeface="Aptos"/>
                        </a:rPr>
                        <a:t>Internal build</a:t>
                      </a:r>
                    </a:p>
                  </a:txBody>
                  <a:tcPr marL="621792" marR="100584" marB="36576" anchor="ctr">
                    <a:lnL w="3810">
                      <a:solidFill>
                        <a:srgbClr val="2F3A30"/>
                      </a:solidFill>
                    </a:lnL>
                    <a:lnR w="3810">
                      <a:solidFill>
                        <a:srgbClr val="2F3A30"/>
                      </a:solidFill>
                    </a:lnR>
                    <a:lnT w="3810">
                      <a:solidFill>
                        <a:srgbClr val="2F3A30"/>
                      </a:solidFill>
                    </a:lnT>
                    <a:lnB w="12700" cap="flat" cmpd="sng" algn="ctr">
                      <a:solidFill>
                        <a:schemeClr val="accent1"/>
                      </a:solidFill>
                      <a:prstDash val="solid"/>
                      <a:round/>
                      <a:headEnd type="none" w="med" len="med"/>
                      <a:tailEnd type="none" w="med" len="med"/>
                    </a:lnB>
                    <a:solidFill>
                      <a:srgbClr val="0C1310"/>
                    </a:solidFill>
                  </a:tcPr>
                </a:tc>
                <a:tc>
                  <a:txBody>
                    <a:bodyPr/>
                    <a:lstStyle/>
                    <a:p>
                      <a:pPr algn="l">
                        <a:lnSpc>
                          <a:spcPct val="100000"/>
                        </a:lnSpc>
                        <a:spcAft>
                          <a:spcPts val="0"/>
                        </a:spcAft>
                      </a:pPr>
                      <a:r>
                        <a:rPr sz="1425" b="0">
                          <a:solidFill>
                            <a:srgbClr val="D8E0D8"/>
                          </a:solidFill>
                          <a:latin typeface="Aptos"/>
                        </a:rPr>
                        <a:t>Tailored to client tech stack and data</a:t>
                      </a:r>
                    </a:p>
                  </a:txBody>
                  <a:tcPr marL="118872" marR="100584" marB="36576" anchor="ctr">
                    <a:lnL w="3810">
                      <a:solidFill>
                        <a:srgbClr val="2F3A30"/>
                      </a:solidFill>
                    </a:lnL>
                    <a:lnR w="3810">
                      <a:solidFill>
                        <a:srgbClr val="2F3A30"/>
                      </a:solidFill>
                    </a:lnR>
                    <a:lnT w="3810">
                      <a:solidFill>
                        <a:srgbClr val="2F3A30"/>
                      </a:solidFill>
                    </a:lnT>
                    <a:lnB w="12700" cap="flat" cmpd="sng" algn="ctr">
                      <a:solidFill>
                        <a:schemeClr val="accent1"/>
                      </a:solidFill>
                      <a:prstDash val="solid"/>
                      <a:round/>
                      <a:headEnd type="none" w="med" len="med"/>
                      <a:tailEnd type="none" w="med" len="med"/>
                    </a:lnB>
                    <a:solidFill>
                      <a:srgbClr val="0C1310"/>
                    </a:solidFill>
                  </a:tcPr>
                </a:tc>
                <a:tc>
                  <a:txBody>
                    <a:bodyPr/>
                    <a:lstStyle/>
                    <a:p>
                      <a:pPr algn="l">
                        <a:lnSpc>
                          <a:spcPct val="100000"/>
                        </a:lnSpc>
                        <a:spcAft>
                          <a:spcPts val="0"/>
                        </a:spcAft>
                      </a:pPr>
                      <a:r>
                        <a:rPr sz="1415" b="0">
                          <a:solidFill>
                            <a:srgbClr val="D8E0D8"/>
                          </a:solidFill>
                          <a:latin typeface="Aptos"/>
                        </a:rPr>
                        <a:t>High investment to build, govern and maintain</a:t>
                      </a:r>
                    </a:p>
                  </a:txBody>
                  <a:tcPr marL="118872" marR="100584" marB="36576" anchor="ctr">
                    <a:lnL w="3810">
                      <a:solidFill>
                        <a:srgbClr val="2F3A30"/>
                      </a:solidFill>
                    </a:lnL>
                    <a:lnR w="3810">
                      <a:solidFill>
                        <a:srgbClr val="2F3A30"/>
                      </a:solidFill>
                    </a:lnR>
                    <a:lnT w="3810">
                      <a:solidFill>
                        <a:srgbClr val="2F3A30"/>
                      </a:solidFill>
                    </a:lnT>
                    <a:lnB w="12700" cap="flat" cmpd="sng" algn="ctr">
                      <a:solidFill>
                        <a:schemeClr val="accent1"/>
                      </a:solidFill>
                      <a:prstDash val="solid"/>
                      <a:round/>
                      <a:headEnd type="none" w="med" len="med"/>
                      <a:tailEnd type="none" w="med" len="med"/>
                    </a:lnB>
                    <a:solidFill>
                      <a:srgbClr val="0C1310"/>
                    </a:solidFill>
                  </a:tcPr>
                </a:tc>
                <a:extLst>
                  <a:ext uri="{0D108BD9-81ED-4DB2-BD59-A6C34878D82A}">
                    <a16:rowId xmlns:a16="http://schemas.microsoft.com/office/drawing/2014/main" val="10004"/>
                  </a:ext>
                </a:extLst>
              </a:tr>
              <a:tr h="694944">
                <a:tc>
                  <a:txBody>
                    <a:bodyPr/>
                    <a:lstStyle/>
                    <a:p>
                      <a:pPr algn="l">
                        <a:lnSpc>
                          <a:spcPct val="100000"/>
                        </a:lnSpc>
                        <a:spcAft>
                          <a:spcPts val="0"/>
                        </a:spcAft>
                      </a:pPr>
                      <a:r>
                        <a:rPr sz="1600" b="1" dirty="0">
                          <a:solidFill>
                            <a:srgbClr val="86BC25"/>
                          </a:solidFill>
                          <a:latin typeface="Aptos"/>
                        </a:rPr>
                        <a:t>Zora AI</a:t>
                      </a:r>
                    </a:p>
                  </a:txBody>
                  <a:tcPr marL="621792" marR="100584" marB="36576" anchor="ctr">
                    <a:lnL w="9525">
                      <a:solidFill>
                        <a:srgbClr val="86BC25"/>
                      </a:solidFill>
                    </a:lnL>
                    <a:lnR w="9525">
                      <a:solidFill>
                        <a:srgbClr val="86BC25"/>
                      </a:solidFill>
                    </a:lnR>
                    <a:lnT w="12700" cap="flat" cmpd="sng" algn="ctr">
                      <a:solidFill>
                        <a:schemeClr val="accent1"/>
                      </a:solidFill>
                      <a:prstDash val="solid"/>
                      <a:round/>
                      <a:headEnd type="none" w="med" len="med"/>
                      <a:tailEnd type="none" w="med" len="med"/>
                    </a:lnT>
                    <a:lnB w="9525">
                      <a:solidFill>
                        <a:srgbClr val="86BC25"/>
                      </a:solidFill>
                    </a:lnB>
                    <a:solidFill>
                      <a:srgbClr val="172E16"/>
                    </a:solidFill>
                  </a:tcPr>
                </a:tc>
                <a:tc>
                  <a:txBody>
                    <a:bodyPr/>
                    <a:lstStyle/>
                    <a:p>
                      <a:pPr algn="l">
                        <a:lnSpc>
                          <a:spcPct val="100000"/>
                        </a:lnSpc>
                        <a:spcAft>
                          <a:spcPts val="0"/>
                        </a:spcAft>
                      </a:pPr>
                      <a:r>
                        <a:rPr sz="1425" b="0">
                          <a:solidFill>
                            <a:schemeClr val="bg1"/>
                          </a:solidFill>
                          <a:latin typeface="Aptos"/>
                        </a:rPr>
                        <a:t>Finance IP + AI insight + governed workflows + cross-system orchestration</a:t>
                      </a:r>
                    </a:p>
                  </a:txBody>
                  <a:tcPr marL="118872" marR="100584" marB="36576" anchor="ctr">
                    <a:lnL w="9525">
                      <a:solidFill>
                        <a:srgbClr val="86BC25"/>
                      </a:solidFill>
                    </a:lnL>
                    <a:lnR w="9525">
                      <a:solidFill>
                        <a:srgbClr val="86BC25"/>
                      </a:solidFill>
                    </a:lnR>
                    <a:lnT w="12700" cap="flat" cmpd="sng" algn="ctr">
                      <a:solidFill>
                        <a:schemeClr val="accent1"/>
                      </a:solidFill>
                      <a:prstDash val="solid"/>
                      <a:round/>
                      <a:headEnd type="none" w="med" len="med"/>
                      <a:tailEnd type="none" w="med" len="med"/>
                    </a:lnT>
                    <a:lnB w="9525">
                      <a:solidFill>
                        <a:srgbClr val="86BC25"/>
                      </a:solidFill>
                    </a:lnB>
                    <a:solidFill>
                      <a:srgbClr val="172E16"/>
                    </a:solidFill>
                  </a:tcPr>
                </a:tc>
                <a:tc>
                  <a:txBody>
                    <a:bodyPr/>
                    <a:lstStyle/>
                    <a:p>
                      <a:pPr marL="0" algn="l" defTabSz="914400" rtl="0" eaLnBrk="1" latinLnBrk="0" hangingPunct="1">
                        <a:lnSpc>
                          <a:spcPct val="100000"/>
                        </a:lnSpc>
                        <a:spcAft>
                          <a:spcPts val="0"/>
                        </a:spcAft>
                      </a:pPr>
                      <a:r>
                        <a:rPr lang="en-GB" sz="1425" b="0" kern="1200" dirty="0">
                          <a:solidFill>
                            <a:srgbClr val="D8E0D8"/>
                          </a:solidFill>
                          <a:latin typeface="Aptos"/>
                          <a:ea typeface="+mn-ea"/>
                          <a:cs typeface="+mn-cs"/>
                        </a:rPr>
                        <a:t>Requires initial alignment to client data structures, policies and KPI definitions to tailor outputs to the client context</a:t>
                      </a:r>
                      <a:endParaRPr sz="1425" b="0" kern="1200" dirty="0">
                        <a:solidFill>
                          <a:srgbClr val="D8E0D8"/>
                        </a:solidFill>
                        <a:latin typeface="Aptos"/>
                        <a:ea typeface="+mn-ea"/>
                        <a:cs typeface="+mn-cs"/>
                      </a:endParaRPr>
                    </a:p>
                  </a:txBody>
                  <a:tcPr marL="118872" marR="100584" marB="36576" anchor="ctr">
                    <a:lnL w="9525">
                      <a:solidFill>
                        <a:srgbClr val="86BC25"/>
                      </a:solidFill>
                    </a:lnL>
                    <a:lnR w="9525">
                      <a:solidFill>
                        <a:srgbClr val="86BC25"/>
                      </a:solidFill>
                    </a:lnR>
                    <a:lnT w="12700" cap="flat" cmpd="sng" algn="ctr">
                      <a:solidFill>
                        <a:schemeClr val="accent1"/>
                      </a:solidFill>
                      <a:prstDash val="solid"/>
                      <a:round/>
                      <a:headEnd type="none" w="med" len="med"/>
                      <a:tailEnd type="none" w="med" len="med"/>
                    </a:lnT>
                    <a:lnB w="9525">
                      <a:solidFill>
                        <a:srgbClr val="86BC25"/>
                      </a:solidFill>
                    </a:lnB>
                    <a:solidFill>
                      <a:srgbClr val="172E16"/>
                    </a:solidFill>
                  </a:tcPr>
                </a:tc>
                <a:extLst>
                  <a:ext uri="{0D108BD9-81ED-4DB2-BD59-A6C34878D82A}">
                    <a16:rowId xmlns:a16="http://schemas.microsoft.com/office/drawing/2014/main" val="10005"/>
                  </a:ext>
                </a:extLst>
              </a:tr>
            </a:tbl>
          </a:graphicData>
        </a:graphic>
      </p:graphicFrame>
      <p:pic>
        <p:nvPicPr>
          <p:cNvPr id="5" name="Option icon" descr="llm-chat-icon-for-comparison-table-simple-centered_2026-06-12T15-38-05_image_DAS_0.jpg">
            <a:extLst>
              <a:ext uri="{FF2B5EF4-FFF2-40B4-BE49-F238E27FC236}">
                <a16:creationId xmlns:a16="http://schemas.microsoft.com/office/drawing/2014/main" id="{459199FC-BA46-9B1E-0CBF-0FAE5178DB5B}"/>
              </a:ext>
            </a:extLst>
          </p:cNvPr>
          <p:cNvPicPr>
            <a:picLocks noChangeAspect="1"/>
          </p:cNvPicPr>
          <p:nvPr/>
        </p:nvPicPr>
        <p:blipFill>
          <a:blip r:embed="rId2"/>
          <a:stretch>
            <a:fillRect/>
          </a:stretch>
        </p:blipFill>
        <p:spPr>
          <a:xfrm>
            <a:off x="740664" y="1600200"/>
            <a:ext cx="402336" cy="402336"/>
          </a:xfrm>
          <a:prstGeom prst="rect">
            <a:avLst/>
          </a:prstGeom>
        </p:spPr>
      </p:pic>
      <p:pic>
        <p:nvPicPr>
          <p:cNvPr id="6" name="Option icon" descr="erp-workflow-icon-for-comparison-table-simple-cent_2026-06-12T15-38-12_image_DAS_0.jpg">
            <a:extLst>
              <a:ext uri="{FF2B5EF4-FFF2-40B4-BE49-F238E27FC236}">
                <a16:creationId xmlns:a16="http://schemas.microsoft.com/office/drawing/2014/main" id="{83B2457B-87BE-B390-7320-18A01F13F7BD}"/>
              </a:ext>
            </a:extLst>
          </p:cNvPr>
          <p:cNvPicPr>
            <a:picLocks noChangeAspect="1"/>
          </p:cNvPicPr>
          <p:nvPr/>
        </p:nvPicPr>
        <p:blipFill>
          <a:blip r:embed="rId3"/>
          <a:stretch>
            <a:fillRect/>
          </a:stretch>
        </p:blipFill>
        <p:spPr>
          <a:xfrm>
            <a:off x="740664" y="2334955"/>
            <a:ext cx="402336" cy="322713"/>
          </a:xfrm>
          <a:prstGeom prst="rect">
            <a:avLst/>
          </a:prstGeom>
        </p:spPr>
      </p:pic>
      <p:pic>
        <p:nvPicPr>
          <p:cNvPr id="7" name="Option icon" descr="bi-analytics-icon-for-comparison-table-simple-cent_2026-06-12T15-38-06_image_DAS_0.jpg">
            <a:extLst>
              <a:ext uri="{FF2B5EF4-FFF2-40B4-BE49-F238E27FC236}">
                <a16:creationId xmlns:a16="http://schemas.microsoft.com/office/drawing/2014/main" id="{5A829434-A454-4152-3B2E-60CD7E05736A}"/>
              </a:ext>
            </a:extLst>
          </p:cNvPr>
          <p:cNvPicPr>
            <a:picLocks noChangeAspect="1"/>
          </p:cNvPicPr>
          <p:nvPr/>
        </p:nvPicPr>
        <p:blipFill>
          <a:blip r:embed="rId4"/>
          <a:stretch>
            <a:fillRect/>
          </a:stretch>
        </p:blipFill>
        <p:spPr>
          <a:xfrm>
            <a:off x="740664" y="2990088"/>
            <a:ext cx="402336" cy="402336"/>
          </a:xfrm>
          <a:prstGeom prst="rect">
            <a:avLst/>
          </a:prstGeom>
        </p:spPr>
      </p:pic>
      <p:pic>
        <p:nvPicPr>
          <p:cNvPr id="8" name="Option icon" descr="internal-build-icon-for-comparison-table-simple-ce_2026-06-12T15-38-05_image_DAS_0.jpg">
            <a:extLst>
              <a:ext uri="{FF2B5EF4-FFF2-40B4-BE49-F238E27FC236}">
                <a16:creationId xmlns:a16="http://schemas.microsoft.com/office/drawing/2014/main" id="{CFD4784E-2CAB-1E8F-8141-8F6B592EE737}"/>
              </a:ext>
            </a:extLst>
          </p:cNvPr>
          <p:cNvPicPr>
            <a:picLocks noChangeAspect="1"/>
          </p:cNvPicPr>
          <p:nvPr/>
        </p:nvPicPr>
        <p:blipFill>
          <a:blip r:embed="rId5"/>
          <a:stretch>
            <a:fillRect/>
          </a:stretch>
        </p:blipFill>
        <p:spPr>
          <a:xfrm>
            <a:off x="740664" y="3685032"/>
            <a:ext cx="402336" cy="402336"/>
          </a:xfrm>
          <a:prstGeom prst="rect">
            <a:avLst/>
          </a:prstGeom>
        </p:spPr>
      </p:pic>
      <p:pic>
        <p:nvPicPr>
          <p:cNvPr id="9" name="Option icon" descr="zora-ai-orchestration-icon-for-comparison-table-si_2026-06-12T15-38-11_image_DAS_0.jpg">
            <a:extLst>
              <a:ext uri="{FF2B5EF4-FFF2-40B4-BE49-F238E27FC236}">
                <a16:creationId xmlns:a16="http://schemas.microsoft.com/office/drawing/2014/main" id="{3F15F6A1-9B47-98A4-5C26-598F22A1E74A}"/>
              </a:ext>
            </a:extLst>
          </p:cNvPr>
          <p:cNvPicPr>
            <a:picLocks noChangeAspect="1"/>
          </p:cNvPicPr>
          <p:nvPr/>
        </p:nvPicPr>
        <p:blipFill>
          <a:blip r:embed="rId6"/>
          <a:stretch>
            <a:fillRect/>
          </a:stretch>
        </p:blipFill>
        <p:spPr>
          <a:xfrm>
            <a:off x="740664" y="4379976"/>
            <a:ext cx="402336" cy="402336"/>
          </a:xfrm>
          <a:prstGeom prst="rect">
            <a:avLst/>
          </a:prstGeom>
        </p:spPr>
      </p:pic>
      <p:sp>
        <p:nvSpPr>
          <p:cNvPr id="10" name="Zora row emphasis bar">
            <a:extLst>
              <a:ext uri="{FF2B5EF4-FFF2-40B4-BE49-F238E27FC236}">
                <a16:creationId xmlns:a16="http://schemas.microsoft.com/office/drawing/2014/main" id="{6CEB466E-0B75-6BB6-61CB-90FBFA18496F}"/>
              </a:ext>
            </a:extLst>
          </p:cNvPr>
          <p:cNvSpPr/>
          <p:nvPr/>
        </p:nvSpPr>
        <p:spPr>
          <a:xfrm>
            <a:off x="619125" y="4266819"/>
            <a:ext cx="50292" cy="694944"/>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a:ea typeface="+mn-ea"/>
              <a:cs typeface="+mn-cs"/>
            </a:endParaRPr>
          </a:p>
        </p:txBody>
      </p:sp>
      <p:sp>
        <p:nvSpPr>
          <p:cNvPr id="11" name="Takeaway label">
            <a:extLst>
              <a:ext uri="{FF2B5EF4-FFF2-40B4-BE49-F238E27FC236}">
                <a16:creationId xmlns:a16="http://schemas.microsoft.com/office/drawing/2014/main" id="{5764E9A7-F7F2-448B-17F4-ADD8987EF362}"/>
              </a:ext>
            </a:extLst>
          </p:cNvPr>
          <p:cNvSpPr txBox="1">
            <a:spLocks/>
          </p:cNvSpPr>
          <p:nvPr/>
        </p:nvSpPr>
        <p:spPr>
          <a:xfrm>
            <a:off x="932688" y="5856732"/>
            <a:ext cx="1325880" cy="256032"/>
          </a:xfrm>
          <a:prstGeom prst="rect">
            <a:avLst/>
          </a:prstGeom>
          <a:noFill/>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86BC25"/>
                </a:solidFill>
                <a:effectLst/>
                <a:uLnTx/>
                <a:uFillTx/>
                <a:latin typeface="Aptos Display"/>
                <a:ea typeface="+mn-ea"/>
                <a:cs typeface="+mn-cs"/>
              </a:rPr>
              <a:t>Takeaway</a:t>
            </a:r>
          </a:p>
        </p:txBody>
      </p:sp>
      <p:sp>
        <p:nvSpPr>
          <p:cNvPr id="12" name="Rounded Rectangle 43">
            <a:extLst>
              <a:ext uri="{FF2B5EF4-FFF2-40B4-BE49-F238E27FC236}">
                <a16:creationId xmlns:a16="http://schemas.microsoft.com/office/drawing/2014/main" id="{F8AD2CCD-974A-02B7-A694-20ACEDE0C4B8}"/>
              </a:ext>
            </a:extLst>
          </p:cNvPr>
          <p:cNvSpPr txBox="1">
            <a:spLocks/>
          </p:cNvSpPr>
          <p:nvPr/>
        </p:nvSpPr>
        <p:spPr>
          <a:xfrm>
            <a:off x="2029968" y="5650992"/>
            <a:ext cx="9628632" cy="667512"/>
          </a:xfrm>
          <a:prstGeom prst="roundRect">
            <a:avLst/>
          </a:prstGeom>
          <a:solidFill>
            <a:srgbClr val="86BC25"/>
          </a:solidFill>
          <a:effectLst>
            <a:outerShdw blurRad="40000" dist="23000" dir="5400000" rotWithShape="0">
              <a:scrgbClr r="0" g="0" b="0">
                <a:alpha val="35000"/>
              </a:scrgbClr>
            </a:outerShdw>
          </a:effectLst>
          <a:extLst>
            <a:ext uri="{53640926-AAD7-44D8-BBD7-CCE9431645EC}">
              <a14:shadowObscured xmlns:a14="http://schemas.microsoft.com/office/drawing/2010/main"/>
            </a:ext>
          </a:extLst>
        </p:spPr>
        <p:txBody>
          <a:bodyPr vert="horz" wrap="squar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sz="1500">
                <a:solidFill>
                  <a:schemeClr val="bg1"/>
                </a:solidFill>
                <a:latin typeface="Aptos Display"/>
              </a:rPr>
              <a:t>Zora AI </a:t>
            </a:r>
            <a:r>
              <a:rPr sz="1500" b="1">
                <a:solidFill>
                  <a:schemeClr val="bg1"/>
                </a:solidFill>
                <a:latin typeface="Aptos Display"/>
              </a:rPr>
              <a:t>complements</a:t>
            </a:r>
            <a:r>
              <a:rPr sz="1500">
                <a:solidFill>
                  <a:schemeClr val="bg1"/>
                </a:solidFill>
                <a:latin typeface="Aptos Display"/>
              </a:rPr>
              <a:t> the existing estate </a:t>
            </a:r>
            <a:r>
              <a:rPr lang="en-GB" sz="1500">
                <a:solidFill>
                  <a:schemeClr val="bg1"/>
                </a:solidFill>
                <a:latin typeface="Aptos Display"/>
              </a:rPr>
              <a:t>- </a:t>
            </a:r>
            <a:r>
              <a:rPr sz="1500">
                <a:solidFill>
                  <a:schemeClr val="bg1"/>
                </a:solidFill>
                <a:latin typeface="Aptos Display"/>
              </a:rPr>
              <a:t>connecting </a:t>
            </a:r>
            <a:r>
              <a:rPr sz="1500" b="1">
                <a:solidFill>
                  <a:schemeClr val="bg1"/>
                </a:solidFill>
                <a:latin typeface="Aptos Display"/>
              </a:rPr>
              <a:t>insight, decisioning </a:t>
            </a:r>
            <a:r>
              <a:rPr sz="1500">
                <a:solidFill>
                  <a:schemeClr val="bg1"/>
                </a:solidFill>
                <a:latin typeface="Aptos Display"/>
              </a:rPr>
              <a:t>and </a:t>
            </a:r>
            <a:r>
              <a:rPr sz="1500" b="1">
                <a:solidFill>
                  <a:schemeClr val="bg1"/>
                </a:solidFill>
                <a:latin typeface="Aptos Display"/>
              </a:rPr>
              <a:t>action</a:t>
            </a:r>
            <a:r>
              <a:rPr sz="1500">
                <a:solidFill>
                  <a:schemeClr val="bg1"/>
                </a:solidFill>
                <a:latin typeface="Aptos Display"/>
              </a:rPr>
              <a:t> across finance workflows.</a:t>
            </a:r>
          </a:p>
        </p:txBody>
      </p:sp>
      <p:pic>
        <p:nvPicPr>
          <p:cNvPr id="13" name="Picture 12" descr="A green and white text on a black background&#10;&#10;AI-generated content may be incorrect.">
            <a:extLst>
              <a:ext uri="{FF2B5EF4-FFF2-40B4-BE49-F238E27FC236}">
                <a16:creationId xmlns:a16="http://schemas.microsoft.com/office/drawing/2014/main" id="{09EF480E-E7B0-D08D-602C-2B82B407CCA6}"/>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862568" y="270073"/>
            <a:ext cx="1062001" cy="418482"/>
          </a:xfrm>
          <a:prstGeom prst="rect">
            <a:avLst/>
          </a:prstGeom>
        </p:spPr>
      </p:pic>
      <p:pic>
        <p:nvPicPr>
          <p:cNvPr id="14" name="Picture 13" descr="Renewi logo in transparent PNG and vectorized SVG formats">
            <a:extLst>
              <a:ext uri="{FF2B5EF4-FFF2-40B4-BE49-F238E27FC236}">
                <a16:creationId xmlns:a16="http://schemas.microsoft.com/office/drawing/2014/main" id="{A37433E4-6EA7-82AB-7BF5-6F0448682507}"/>
              </a:ext>
            </a:extLst>
          </p:cNvPr>
          <p:cNvPicPr>
            <a:picLocks noChangeAspect="1"/>
          </p:cNvPicPr>
          <p:nvPr/>
        </p:nvPicPr>
        <p:blipFill>
          <a:blip r:embed="rId8"/>
          <a:stretch>
            <a:fillRect/>
          </a:stretch>
        </p:blipFill>
        <p:spPr>
          <a:xfrm>
            <a:off x="9516853" y="119349"/>
            <a:ext cx="925185" cy="569206"/>
          </a:xfrm>
          <a:prstGeom prst="rect">
            <a:avLst/>
          </a:prstGeom>
        </p:spPr>
      </p:pic>
    </p:spTree>
    <p:extLst>
      <p:ext uri="{BB962C8B-B14F-4D97-AF65-F5344CB8AC3E}">
        <p14:creationId xmlns:p14="http://schemas.microsoft.com/office/powerpoint/2010/main" val="3980162778"/>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A8E8CDF-0544-7E6F-B0B9-6D799FCD80E8}"/>
              </a:ext>
            </a:extLst>
          </p:cNvPr>
          <p:cNvSpPr>
            <a:spLocks noGrp="1"/>
          </p:cNvSpPr>
          <p:nvPr>
            <p:ph type="body" sz="quarter" idx="13"/>
          </p:nvPr>
        </p:nvSpPr>
        <p:spPr/>
        <p:txBody>
          <a:bodyPr/>
          <a:lstStyle/>
          <a:p>
            <a:r>
              <a:rPr lang="en-GB"/>
              <a:t> </a:t>
            </a:r>
          </a:p>
        </p:txBody>
      </p:sp>
      <p:sp>
        <p:nvSpPr>
          <p:cNvPr id="3" name="Title 2">
            <a:extLst>
              <a:ext uri="{FF2B5EF4-FFF2-40B4-BE49-F238E27FC236}">
                <a16:creationId xmlns:a16="http://schemas.microsoft.com/office/drawing/2014/main" id="{3AB0E5A0-D0F9-850D-219B-1B771F1EBCB1}"/>
              </a:ext>
            </a:extLst>
          </p:cNvPr>
          <p:cNvSpPr>
            <a:spLocks noGrp="1"/>
          </p:cNvSpPr>
          <p:nvPr>
            <p:ph type="title"/>
          </p:nvPr>
        </p:nvSpPr>
        <p:spPr/>
        <p:txBody>
          <a:bodyPr/>
          <a:lstStyle/>
          <a:p>
            <a:r>
              <a:rPr lang="it-IT" sz="2000" b="1" spc="0">
                <a:solidFill>
                  <a:srgbClr val="FFFFFF"/>
                </a:solidFill>
                <a:latin typeface="Aptos Display"/>
              </a:rPr>
              <a:t>Zora AI™ | Why Zora AI?</a:t>
            </a:r>
            <a:endParaRPr lang="en-GB"/>
          </a:p>
        </p:txBody>
      </p:sp>
      <p:sp>
        <p:nvSpPr>
          <p:cNvPr id="4" name="Text Placeholder 2">
            <a:extLst>
              <a:ext uri="{FF2B5EF4-FFF2-40B4-BE49-F238E27FC236}">
                <a16:creationId xmlns:a16="http://schemas.microsoft.com/office/drawing/2014/main" id="{66403143-9B72-2687-5300-509098CE9625}"/>
              </a:ext>
            </a:extLst>
          </p:cNvPr>
          <p:cNvSpPr txBox="1">
            <a:spLocks/>
          </p:cNvSpPr>
          <p:nvPr/>
        </p:nvSpPr>
        <p:spPr>
          <a:xfrm>
            <a:off x="501651" y="684000"/>
            <a:ext cx="11230101" cy="492443"/>
          </a:xfrm>
          <a:prstGeom prst="rect">
            <a:avLst/>
          </a:prstGeom>
          <a:noFill/>
          <a:effectLst/>
        </p:spPr>
        <p:txBody>
          <a:bodyPr vert="horz" wrap="square" lIns="0" tIns="0" rIns="0" bIns="0" anchor="t">
            <a:noAutofit/>
          </a:bodyPr>
          <a:lstStyle/>
          <a:p>
            <a:pPr marL="0" marR="0" lvl="0" indent="0" defTabSz="914400" rtl="0" eaLnBrk="1" fontAlgn="auto" latinLnBrk="0" hangingPunct="1">
              <a:spcBef>
                <a:spcPts val="0"/>
              </a:spcBef>
              <a:spcAft>
                <a:spcPts val="0"/>
              </a:spcAft>
              <a:buClrTx/>
              <a:buSzTx/>
              <a:buFontTx/>
              <a:buNone/>
              <a:tabLst/>
              <a:defRPr sz="1400" b="0">
                <a:solidFill>
                  <a:srgbClr val="C4CBC4"/>
                </a:solidFill>
                <a:latin typeface="Aptos"/>
              </a:defRPr>
            </a:pPr>
            <a:r>
              <a:rPr kumimoji="0" sz="1600" kern="1200" cap="none" spc="0" normalizeH="0" baseline="0" noProof="0">
                <a:ln>
                  <a:noFill/>
                </a:ln>
                <a:solidFill>
                  <a:schemeClr val="bg1">
                    <a:lumMod val="100000"/>
                  </a:schemeClr>
                </a:solidFill>
                <a:effectLst/>
                <a:uLnTx/>
                <a:uFillTx/>
                <a:latin typeface="Aptos" panose="020B0004020202020204" pitchFamily="34" charset="0"/>
                <a:ea typeface="+mn-ea"/>
                <a:cs typeface="+mn-cs"/>
              </a:rPr>
              <a:t>Four pillars that turn finance AI ambition into governed execution</a:t>
            </a:r>
          </a:p>
        </p:txBody>
      </p:sp>
      <p:sp>
        <p:nvSpPr>
          <p:cNvPr id="5" name="Rectangle 4">
            <a:extLst>
              <a:ext uri="{FF2B5EF4-FFF2-40B4-BE49-F238E27FC236}">
                <a16:creationId xmlns:a16="http://schemas.microsoft.com/office/drawing/2014/main" id="{C6BA4B7F-A94E-E317-40A9-8D4E0BD9283E}"/>
              </a:ext>
            </a:extLst>
          </p:cNvPr>
          <p:cNvSpPr/>
          <p:nvPr/>
        </p:nvSpPr>
        <p:spPr>
          <a:xfrm>
            <a:off x="457200" y="1207008"/>
            <a:ext cx="11201400" cy="4133087"/>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a:ea typeface="+mn-ea"/>
              <a:cs typeface="+mn-cs"/>
            </a:endParaRPr>
          </a:p>
        </p:txBody>
      </p:sp>
      <p:sp>
        <p:nvSpPr>
          <p:cNvPr id="6" name="Rectangle 5">
            <a:extLst>
              <a:ext uri="{FF2B5EF4-FFF2-40B4-BE49-F238E27FC236}">
                <a16:creationId xmlns:a16="http://schemas.microsoft.com/office/drawing/2014/main" id="{FF85F418-63A6-A9E1-88B4-83614D689147}"/>
              </a:ext>
            </a:extLst>
          </p:cNvPr>
          <p:cNvSpPr/>
          <p:nvPr/>
        </p:nvSpPr>
        <p:spPr>
          <a:xfrm>
            <a:off x="658368" y="1417320"/>
            <a:ext cx="2212848" cy="32004"/>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a:ea typeface="+mn-ea"/>
              <a:cs typeface="+mn-cs"/>
            </a:endParaRPr>
          </a:p>
        </p:txBody>
      </p:sp>
      <p:sp>
        <p:nvSpPr>
          <p:cNvPr id="7" name="TextBox 6">
            <a:extLst>
              <a:ext uri="{FF2B5EF4-FFF2-40B4-BE49-F238E27FC236}">
                <a16:creationId xmlns:a16="http://schemas.microsoft.com/office/drawing/2014/main" id="{B92ACD0F-DCCA-559D-CB88-E43AEF84AB49}"/>
              </a:ext>
            </a:extLst>
          </p:cNvPr>
          <p:cNvSpPr txBox="1"/>
          <p:nvPr/>
        </p:nvSpPr>
        <p:spPr>
          <a:xfrm>
            <a:off x="658368" y="1481328"/>
            <a:ext cx="548640" cy="228600"/>
          </a:xfrm>
          <a:prstGeom prst="rect">
            <a:avLst/>
          </a:prstGeom>
          <a:noFill/>
        </p:spPr>
        <p:txBody>
          <a:bodyPr wrap="square" lIns="36576" tIns="9144" rIns="36576" bIns="9144" anchor="t">
            <a:noAutofit/>
          </a:bodyPr>
          <a:lstStyle/>
          <a:p>
            <a:pPr marL="0" marR="0" lvl="0" indent="0" algn="l" defTabSz="914400" rtl="0" eaLnBrk="1" fontAlgn="auto" latinLnBrk="0" hangingPunct="1">
              <a:lnSpc>
                <a:spcPct val="95000"/>
              </a:lnSpc>
              <a:spcBef>
                <a:spcPts val="0"/>
              </a:spcBef>
              <a:spcAft>
                <a:spcPts val="0"/>
              </a:spcAft>
              <a:buClrTx/>
              <a:buSzTx/>
              <a:buFontTx/>
              <a:buNone/>
              <a:tabLst/>
              <a:defRPr sz="1400" b="1">
                <a:solidFill>
                  <a:srgbClr val="86BC25"/>
                </a:solidFill>
                <a:latin typeface="Aptos Display"/>
              </a:defRPr>
            </a:pPr>
            <a:r>
              <a:rPr kumimoji="0" sz="1400" b="1" i="0" u="none" strike="noStrike" kern="1200" cap="none" spc="0" normalizeH="0" baseline="0" noProof="0">
                <a:ln>
                  <a:noFill/>
                </a:ln>
                <a:solidFill>
                  <a:srgbClr val="86BC25"/>
                </a:solidFill>
                <a:effectLst/>
                <a:uLnTx/>
                <a:uFillTx/>
                <a:latin typeface="Aptos Display"/>
                <a:ea typeface="+mn-ea"/>
                <a:cs typeface="+mn-cs"/>
              </a:rPr>
              <a:t>01</a:t>
            </a:r>
          </a:p>
        </p:txBody>
      </p:sp>
      <p:pic>
        <p:nvPicPr>
          <p:cNvPr id="8" name="Picture 7" descr="pillar_icon_1.png">
            <a:extLst>
              <a:ext uri="{FF2B5EF4-FFF2-40B4-BE49-F238E27FC236}">
                <a16:creationId xmlns:a16="http://schemas.microsoft.com/office/drawing/2014/main" id="{3DFE812A-6E36-EE65-1D8F-5A525736107A}"/>
              </a:ext>
            </a:extLst>
          </p:cNvPr>
          <p:cNvPicPr>
            <a:picLocks noChangeAspect="1"/>
          </p:cNvPicPr>
          <p:nvPr/>
        </p:nvPicPr>
        <p:blipFill>
          <a:blip r:embed="rId2"/>
          <a:stretch>
            <a:fillRect/>
          </a:stretch>
        </p:blipFill>
        <p:spPr>
          <a:xfrm>
            <a:off x="685800" y="1773936"/>
            <a:ext cx="658368" cy="658368"/>
          </a:xfrm>
          <a:prstGeom prst="rect">
            <a:avLst/>
          </a:prstGeom>
        </p:spPr>
      </p:pic>
      <p:sp>
        <p:nvSpPr>
          <p:cNvPr id="9" name="TextBox 8">
            <a:extLst>
              <a:ext uri="{FF2B5EF4-FFF2-40B4-BE49-F238E27FC236}">
                <a16:creationId xmlns:a16="http://schemas.microsoft.com/office/drawing/2014/main" id="{33151584-D06A-0D62-7669-86CE8BE431CC}"/>
              </a:ext>
            </a:extLst>
          </p:cNvPr>
          <p:cNvSpPr txBox="1"/>
          <p:nvPr/>
        </p:nvSpPr>
        <p:spPr>
          <a:xfrm>
            <a:off x="1444752" y="1719072"/>
            <a:ext cx="1755648" cy="731520"/>
          </a:xfrm>
          <a:prstGeom prst="rect">
            <a:avLst/>
          </a:prstGeom>
          <a:noFill/>
        </p:spPr>
        <p:txBody>
          <a:bodyPr wrap="square" lIns="36576" tIns="9144" rIns="36576" bIns="9144" anchor="t">
            <a:noAutofit/>
          </a:bodyPr>
          <a:lstStyle/>
          <a:p>
            <a:pPr marL="0" marR="0" lvl="0" indent="0" algn="l" defTabSz="914400" rtl="0" eaLnBrk="1" fontAlgn="auto" latinLnBrk="0" hangingPunct="1">
              <a:lnSpc>
                <a:spcPct val="95000"/>
              </a:lnSpc>
              <a:spcBef>
                <a:spcPts val="0"/>
              </a:spcBef>
              <a:spcAft>
                <a:spcPts val="0"/>
              </a:spcAft>
              <a:buClrTx/>
              <a:buSzTx/>
              <a:buFontTx/>
              <a:buNone/>
              <a:tabLst/>
              <a:defRPr sz="1600" b="1">
                <a:solidFill>
                  <a:srgbClr val="FFFFFF"/>
                </a:solidFill>
                <a:latin typeface="Aptos Display"/>
              </a:defRPr>
            </a:pPr>
            <a:r>
              <a:rPr kumimoji="0" sz="1600" b="1" i="0" u="none" strike="noStrike" kern="1200" cap="none" spc="0" normalizeH="0" baseline="0" noProof="0">
                <a:ln>
                  <a:noFill/>
                </a:ln>
                <a:solidFill>
                  <a:srgbClr val="FFFFFF"/>
                </a:solidFill>
                <a:effectLst/>
                <a:uLnTx/>
                <a:uFillTx/>
                <a:latin typeface="Aptos Display"/>
                <a:ea typeface="+mn-ea"/>
                <a:cs typeface="+mn-cs"/>
              </a:rPr>
              <a:t>Purpose-built</a:t>
            </a:r>
          </a:p>
          <a:p>
            <a:pPr marL="0" marR="0" lvl="0" indent="0" algn="l" defTabSz="914400" rtl="0" eaLnBrk="1" fontAlgn="auto" latinLnBrk="0" hangingPunct="1">
              <a:lnSpc>
                <a:spcPct val="95000"/>
              </a:lnSpc>
              <a:spcBef>
                <a:spcPts val="0"/>
              </a:spcBef>
              <a:spcAft>
                <a:spcPts val="0"/>
              </a:spcAft>
              <a:buClrTx/>
              <a:buSzTx/>
              <a:buFontTx/>
              <a:buNone/>
              <a:tabLst/>
              <a:defRPr sz="1600" b="1">
                <a:solidFill>
                  <a:srgbClr val="FFFFFF"/>
                </a:solidFill>
                <a:latin typeface="Aptos Display"/>
              </a:defRPr>
            </a:pPr>
            <a:r>
              <a:rPr kumimoji="0" sz="1600" b="1" i="0" u="none" strike="noStrike" kern="1200" cap="none" spc="0" normalizeH="0" baseline="0" noProof="0">
                <a:ln>
                  <a:noFill/>
                </a:ln>
                <a:solidFill>
                  <a:srgbClr val="FFFFFF"/>
                </a:solidFill>
                <a:effectLst/>
                <a:uLnTx/>
                <a:uFillTx/>
                <a:latin typeface="Aptos Display"/>
                <a:ea typeface="+mn-ea"/>
                <a:cs typeface="+mn-cs"/>
              </a:rPr>
              <a:t>for </a:t>
            </a:r>
            <a:r>
              <a:rPr kumimoji="0" lang="en-GB" sz="1600" b="1" i="0" u="none" strike="noStrike" kern="1200" cap="none" spc="0" normalizeH="0" baseline="0" noProof="0">
                <a:ln>
                  <a:noFill/>
                </a:ln>
                <a:solidFill>
                  <a:srgbClr val="FFFFFF"/>
                </a:solidFill>
                <a:effectLst/>
                <a:uLnTx/>
                <a:uFillTx/>
                <a:latin typeface="Aptos Display"/>
                <a:ea typeface="+mn-ea"/>
                <a:cs typeface="+mn-cs"/>
              </a:rPr>
              <a:t>enabling functions</a:t>
            </a:r>
            <a:endParaRPr kumimoji="0" sz="1600" b="1" i="0" u="none" strike="noStrike" kern="1200" cap="none" spc="0" normalizeH="0" baseline="0" noProof="0">
              <a:ln>
                <a:noFill/>
              </a:ln>
              <a:solidFill>
                <a:srgbClr val="FFFFFF"/>
              </a:solidFill>
              <a:effectLst/>
              <a:uLnTx/>
              <a:uFillTx/>
              <a:latin typeface="Aptos Display"/>
              <a:ea typeface="+mn-ea"/>
              <a:cs typeface="+mn-cs"/>
            </a:endParaRPr>
          </a:p>
        </p:txBody>
      </p:sp>
      <p:sp>
        <p:nvSpPr>
          <p:cNvPr id="10" name="TextBox 9">
            <a:extLst>
              <a:ext uri="{FF2B5EF4-FFF2-40B4-BE49-F238E27FC236}">
                <a16:creationId xmlns:a16="http://schemas.microsoft.com/office/drawing/2014/main" id="{586EA167-DD2F-6508-FC23-AA747C5B6BA0}"/>
              </a:ext>
            </a:extLst>
          </p:cNvPr>
          <p:cNvSpPr txBox="1"/>
          <p:nvPr/>
        </p:nvSpPr>
        <p:spPr>
          <a:xfrm>
            <a:off x="685800" y="2770632"/>
            <a:ext cx="2377439" cy="1627632"/>
          </a:xfrm>
          <a:prstGeom prst="rect">
            <a:avLst/>
          </a:prstGeom>
          <a:noFill/>
        </p:spPr>
        <p:txBody>
          <a:bodyPr wrap="square" lIns="36576" tIns="9144" rIns="36576" bIns="9144" anchor="t">
            <a:noAutofit/>
          </a:bodyPr>
          <a:lstStyle/>
          <a:p>
            <a:pPr marL="285750" marR="0" lvl="0" indent="-285750" algn="l" defTabSz="914400" rtl="0" eaLnBrk="1" fontAlgn="auto" latinLnBrk="0" hangingPunct="1">
              <a:lnSpc>
                <a:spcPct val="95000"/>
              </a:lnSpc>
              <a:spcBef>
                <a:spcPts val="0"/>
              </a:spcBef>
              <a:spcAft>
                <a:spcPts val="800"/>
              </a:spcAft>
              <a:buClrTx/>
              <a:buSzTx/>
              <a:buFont typeface="Arial" panose="020B0604020202020204" pitchFamily="34" charset="0"/>
              <a:buChar char="•"/>
              <a:tabLst/>
              <a:defRPr sz="1400" b="0">
                <a:solidFill>
                  <a:srgbClr val="E8EBE8"/>
                </a:solidFill>
                <a:latin typeface="Aptos"/>
              </a:defRPr>
            </a:pPr>
            <a:r>
              <a:rPr kumimoji="0" sz="1400" b="0" i="0" u="none" strike="noStrike" kern="1200" cap="none" spc="0" normalizeH="0" baseline="0" noProof="0">
                <a:ln>
                  <a:noFill/>
                </a:ln>
                <a:solidFill>
                  <a:srgbClr val="E8EBE8"/>
                </a:solidFill>
                <a:effectLst/>
                <a:uLnTx/>
                <a:uFillTx/>
                <a:latin typeface="Aptos"/>
                <a:ea typeface="+mn-ea"/>
                <a:cs typeface="+mn-cs"/>
              </a:rPr>
              <a:t>Deloitte </a:t>
            </a:r>
            <a:r>
              <a:rPr kumimoji="0" lang="en-GB" sz="1400" b="0" i="0" u="none" strike="noStrike" kern="1200" cap="none" spc="0" normalizeH="0" baseline="0" noProof="0">
                <a:ln>
                  <a:noFill/>
                </a:ln>
                <a:solidFill>
                  <a:srgbClr val="E8EBE8"/>
                </a:solidFill>
                <a:effectLst/>
                <a:uLnTx/>
                <a:uFillTx/>
                <a:latin typeface="Aptos"/>
                <a:ea typeface="+mn-ea"/>
                <a:cs typeface="+mn-cs"/>
              </a:rPr>
              <a:t>best practice </a:t>
            </a:r>
            <a:r>
              <a:rPr kumimoji="0" sz="1400" b="0" i="0" u="none" strike="noStrike" kern="1200" cap="none" spc="0" normalizeH="0" baseline="0" noProof="0">
                <a:ln>
                  <a:noFill/>
                </a:ln>
                <a:solidFill>
                  <a:srgbClr val="E8EBE8"/>
                </a:solidFill>
                <a:effectLst/>
                <a:uLnTx/>
                <a:uFillTx/>
                <a:latin typeface="Aptos"/>
                <a:ea typeface="+mn-ea"/>
                <a:cs typeface="+mn-cs"/>
              </a:rPr>
              <a:t>IP &amp; business logic</a:t>
            </a:r>
          </a:p>
          <a:p>
            <a:pPr marL="285750" marR="0" lvl="0" indent="-285750" algn="l" defTabSz="914400" rtl="0" eaLnBrk="1" fontAlgn="auto" latinLnBrk="0" hangingPunct="1">
              <a:lnSpc>
                <a:spcPct val="95000"/>
              </a:lnSpc>
              <a:spcBef>
                <a:spcPts val="0"/>
              </a:spcBef>
              <a:spcAft>
                <a:spcPts val="800"/>
              </a:spcAft>
              <a:buClrTx/>
              <a:buSzTx/>
              <a:buFont typeface="Arial" panose="020B0604020202020204" pitchFamily="34" charset="0"/>
              <a:buChar char="•"/>
              <a:tabLst/>
              <a:defRPr sz="1400" b="0">
                <a:solidFill>
                  <a:srgbClr val="E8EBE8"/>
                </a:solidFill>
                <a:latin typeface="Aptos"/>
              </a:defRPr>
            </a:pPr>
            <a:r>
              <a:rPr kumimoji="0" lang="en-GB" sz="1400" b="0" i="0" u="none" strike="noStrike" kern="1200" cap="none" spc="0" normalizeH="0" baseline="0" noProof="0">
                <a:ln>
                  <a:noFill/>
                </a:ln>
                <a:solidFill>
                  <a:srgbClr val="E8EBE8"/>
                </a:solidFill>
                <a:effectLst/>
                <a:uLnTx/>
                <a:uFillTx/>
                <a:latin typeface="Aptos"/>
                <a:ea typeface="+mn-ea"/>
                <a:cs typeface="+mn-cs"/>
              </a:rPr>
              <a:t>Enabling functions standard </a:t>
            </a:r>
            <a:r>
              <a:rPr kumimoji="0" sz="1400" b="0" i="0" u="none" strike="noStrike" kern="1200" cap="none" spc="0" normalizeH="0" baseline="0" noProof="0">
                <a:ln>
                  <a:noFill/>
                </a:ln>
                <a:solidFill>
                  <a:srgbClr val="E8EBE8"/>
                </a:solidFill>
                <a:effectLst/>
                <a:uLnTx/>
                <a:uFillTx/>
                <a:latin typeface="Aptos"/>
                <a:ea typeface="+mn-ea"/>
                <a:cs typeface="+mn-cs"/>
              </a:rPr>
              <a:t>KPIs, metrics &amp; workflows</a:t>
            </a:r>
          </a:p>
          <a:p>
            <a:pPr marL="285750" marR="0" lvl="0" indent="-285750" algn="l" defTabSz="914400" rtl="0" eaLnBrk="1" fontAlgn="auto" latinLnBrk="0" hangingPunct="1">
              <a:lnSpc>
                <a:spcPct val="95000"/>
              </a:lnSpc>
              <a:spcBef>
                <a:spcPts val="0"/>
              </a:spcBef>
              <a:spcAft>
                <a:spcPts val="800"/>
              </a:spcAft>
              <a:buClrTx/>
              <a:buSzTx/>
              <a:buFont typeface="Arial" panose="020B0604020202020204" pitchFamily="34" charset="0"/>
              <a:buChar char="•"/>
              <a:tabLst/>
              <a:defRPr sz="1400" b="0">
                <a:solidFill>
                  <a:srgbClr val="E8EBE8"/>
                </a:solidFill>
                <a:latin typeface="Aptos"/>
              </a:defRPr>
            </a:pPr>
            <a:r>
              <a:rPr kumimoji="0" lang="en-GB" sz="1400" b="0" i="0" u="none" strike="noStrike" kern="1200" cap="none" spc="0" normalizeH="0" baseline="0" noProof="0">
                <a:ln>
                  <a:noFill/>
                </a:ln>
                <a:solidFill>
                  <a:srgbClr val="E8EBE8"/>
                </a:solidFill>
                <a:effectLst/>
                <a:uLnTx/>
                <a:uFillTx/>
                <a:latin typeface="Aptos"/>
                <a:ea typeface="+mn-ea"/>
                <a:cs typeface="+mn-cs"/>
              </a:rPr>
              <a:t>CXO-focused </a:t>
            </a:r>
            <a:r>
              <a:rPr kumimoji="0" sz="1400" b="0" i="0" u="none" strike="noStrike" kern="1200" cap="none" spc="0" normalizeH="0" baseline="0" noProof="0">
                <a:ln>
                  <a:noFill/>
                </a:ln>
                <a:solidFill>
                  <a:srgbClr val="E8EBE8"/>
                </a:solidFill>
                <a:effectLst/>
                <a:uLnTx/>
                <a:uFillTx/>
                <a:latin typeface="Aptos"/>
                <a:ea typeface="+mn-ea"/>
                <a:cs typeface="+mn-cs"/>
              </a:rPr>
              <a:t>use cases</a:t>
            </a:r>
            <a:endParaRPr kumimoji="0" lang="en-GB" sz="1400" b="0" i="0" u="none" strike="noStrike" kern="1200" cap="none" spc="0" normalizeH="0" baseline="0" noProof="0">
              <a:ln>
                <a:noFill/>
              </a:ln>
              <a:solidFill>
                <a:srgbClr val="E8EBE8"/>
              </a:solidFill>
              <a:effectLst/>
              <a:uLnTx/>
              <a:uFillTx/>
              <a:latin typeface="Aptos"/>
              <a:ea typeface="+mn-ea"/>
              <a:cs typeface="+mn-cs"/>
            </a:endParaRPr>
          </a:p>
          <a:p>
            <a:pPr marL="285750" marR="0" lvl="0" indent="-285750" algn="l" defTabSz="914400" rtl="0" eaLnBrk="1" fontAlgn="auto" latinLnBrk="0" hangingPunct="1">
              <a:lnSpc>
                <a:spcPct val="95000"/>
              </a:lnSpc>
              <a:spcBef>
                <a:spcPts val="0"/>
              </a:spcBef>
              <a:spcAft>
                <a:spcPts val="800"/>
              </a:spcAft>
              <a:buClrTx/>
              <a:buSzTx/>
              <a:buFont typeface="Arial" panose="020B0604020202020204" pitchFamily="34" charset="0"/>
              <a:buChar char="•"/>
              <a:tabLst/>
              <a:defRPr sz="1400" b="0">
                <a:solidFill>
                  <a:srgbClr val="E8EBE8"/>
                </a:solidFill>
                <a:latin typeface="Aptos"/>
              </a:defRPr>
            </a:pPr>
            <a:r>
              <a:rPr lang="en-GB" sz="1400">
                <a:solidFill>
                  <a:srgbClr val="E8EBE8"/>
                </a:solidFill>
                <a:latin typeface="Aptos"/>
              </a:rPr>
              <a:t>Transactional best practice processes with localisation packages</a:t>
            </a:r>
            <a:endParaRPr kumimoji="0" sz="1400" b="0" i="0" u="none" strike="noStrike" kern="1200" cap="none" spc="0" normalizeH="0" baseline="0" noProof="0">
              <a:ln>
                <a:noFill/>
              </a:ln>
              <a:solidFill>
                <a:srgbClr val="E8EBE8"/>
              </a:solidFill>
              <a:effectLst/>
              <a:uLnTx/>
              <a:uFillTx/>
              <a:latin typeface="Aptos"/>
              <a:ea typeface="+mn-ea"/>
              <a:cs typeface="+mn-cs"/>
            </a:endParaRPr>
          </a:p>
        </p:txBody>
      </p:sp>
      <p:sp>
        <p:nvSpPr>
          <p:cNvPr id="11" name="Rectangle 10">
            <a:extLst>
              <a:ext uri="{FF2B5EF4-FFF2-40B4-BE49-F238E27FC236}">
                <a16:creationId xmlns:a16="http://schemas.microsoft.com/office/drawing/2014/main" id="{D175EA63-FF84-05FA-78B8-7C292EE9E526}"/>
              </a:ext>
            </a:extLst>
          </p:cNvPr>
          <p:cNvSpPr/>
          <p:nvPr/>
        </p:nvSpPr>
        <p:spPr>
          <a:xfrm>
            <a:off x="3291840" y="1417320"/>
            <a:ext cx="10972" cy="3456432"/>
          </a:xfrm>
          <a:prstGeom prst="rect">
            <a:avLst/>
          </a:prstGeom>
          <a:solidFill>
            <a:srgbClr val="6A7C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a:ea typeface="+mn-ea"/>
              <a:cs typeface="+mn-cs"/>
            </a:endParaRPr>
          </a:p>
        </p:txBody>
      </p:sp>
      <p:sp>
        <p:nvSpPr>
          <p:cNvPr id="12" name="Rectangle 11">
            <a:extLst>
              <a:ext uri="{FF2B5EF4-FFF2-40B4-BE49-F238E27FC236}">
                <a16:creationId xmlns:a16="http://schemas.microsoft.com/office/drawing/2014/main" id="{C5CAC46F-0363-C491-1E9D-AB5B81A5EF8A}"/>
              </a:ext>
            </a:extLst>
          </p:cNvPr>
          <p:cNvSpPr/>
          <p:nvPr/>
        </p:nvSpPr>
        <p:spPr>
          <a:xfrm>
            <a:off x="3383280" y="1417320"/>
            <a:ext cx="2212848" cy="32004"/>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a:ea typeface="+mn-ea"/>
              <a:cs typeface="+mn-cs"/>
            </a:endParaRPr>
          </a:p>
        </p:txBody>
      </p:sp>
      <p:sp>
        <p:nvSpPr>
          <p:cNvPr id="13" name="TextBox 12">
            <a:extLst>
              <a:ext uri="{FF2B5EF4-FFF2-40B4-BE49-F238E27FC236}">
                <a16:creationId xmlns:a16="http://schemas.microsoft.com/office/drawing/2014/main" id="{729EC141-A196-179B-6CE9-3F4D1C3FC6EF}"/>
              </a:ext>
            </a:extLst>
          </p:cNvPr>
          <p:cNvSpPr txBox="1"/>
          <p:nvPr/>
        </p:nvSpPr>
        <p:spPr>
          <a:xfrm>
            <a:off x="3383280" y="1481328"/>
            <a:ext cx="548640" cy="228600"/>
          </a:xfrm>
          <a:prstGeom prst="rect">
            <a:avLst/>
          </a:prstGeom>
          <a:noFill/>
        </p:spPr>
        <p:txBody>
          <a:bodyPr wrap="square" lIns="36576" tIns="9144" rIns="36576" bIns="9144" anchor="t">
            <a:noAutofit/>
          </a:bodyPr>
          <a:lstStyle/>
          <a:p>
            <a:pPr marL="0" marR="0" lvl="0" indent="0" algn="l" defTabSz="914400" rtl="0" eaLnBrk="1" fontAlgn="auto" latinLnBrk="0" hangingPunct="1">
              <a:lnSpc>
                <a:spcPct val="95000"/>
              </a:lnSpc>
              <a:spcBef>
                <a:spcPts val="0"/>
              </a:spcBef>
              <a:spcAft>
                <a:spcPts val="0"/>
              </a:spcAft>
              <a:buClrTx/>
              <a:buSzTx/>
              <a:buFontTx/>
              <a:buNone/>
              <a:tabLst/>
              <a:defRPr sz="1400" b="1">
                <a:solidFill>
                  <a:srgbClr val="86BC25"/>
                </a:solidFill>
                <a:latin typeface="Aptos Display"/>
              </a:defRPr>
            </a:pPr>
            <a:r>
              <a:rPr kumimoji="0" sz="1400" b="1" i="0" u="none" strike="noStrike" kern="1200" cap="none" spc="0" normalizeH="0" baseline="0" noProof="0">
                <a:ln>
                  <a:noFill/>
                </a:ln>
                <a:solidFill>
                  <a:srgbClr val="86BC25"/>
                </a:solidFill>
                <a:effectLst/>
                <a:uLnTx/>
                <a:uFillTx/>
                <a:latin typeface="Aptos Display"/>
                <a:ea typeface="+mn-ea"/>
                <a:cs typeface="+mn-cs"/>
              </a:rPr>
              <a:t>02</a:t>
            </a:r>
          </a:p>
        </p:txBody>
      </p:sp>
      <p:pic>
        <p:nvPicPr>
          <p:cNvPr id="14" name="Picture 13" descr="pillar_icon_2.png">
            <a:extLst>
              <a:ext uri="{FF2B5EF4-FFF2-40B4-BE49-F238E27FC236}">
                <a16:creationId xmlns:a16="http://schemas.microsoft.com/office/drawing/2014/main" id="{28DFCFF0-CB37-6E73-3619-78B964762F2E}"/>
              </a:ext>
            </a:extLst>
          </p:cNvPr>
          <p:cNvPicPr>
            <a:picLocks noChangeAspect="1"/>
          </p:cNvPicPr>
          <p:nvPr/>
        </p:nvPicPr>
        <p:blipFill>
          <a:blip r:embed="rId3"/>
          <a:stretch>
            <a:fillRect/>
          </a:stretch>
        </p:blipFill>
        <p:spPr>
          <a:xfrm>
            <a:off x="3410712" y="1773936"/>
            <a:ext cx="658368" cy="658368"/>
          </a:xfrm>
          <a:prstGeom prst="rect">
            <a:avLst/>
          </a:prstGeom>
        </p:spPr>
      </p:pic>
      <p:sp>
        <p:nvSpPr>
          <p:cNvPr id="15" name="TextBox 14">
            <a:extLst>
              <a:ext uri="{FF2B5EF4-FFF2-40B4-BE49-F238E27FC236}">
                <a16:creationId xmlns:a16="http://schemas.microsoft.com/office/drawing/2014/main" id="{711A2C22-6883-3443-A908-FC378C82F3F7}"/>
              </a:ext>
            </a:extLst>
          </p:cNvPr>
          <p:cNvSpPr txBox="1"/>
          <p:nvPr/>
        </p:nvSpPr>
        <p:spPr>
          <a:xfrm>
            <a:off x="4169664" y="1719072"/>
            <a:ext cx="1755648" cy="731520"/>
          </a:xfrm>
          <a:prstGeom prst="rect">
            <a:avLst/>
          </a:prstGeom>
          <a:noFill/>
        </p:spPr>
        <p:txBody>
          <a:bodyPr wrap="square" lIns="36576" tIns="9144" rIns="36576" bIns="9144" anchor="t">
            <a:noAutofit/>
          </a:bodyPr>
          <a:lstStyle/>
          <a:p>
            <a:pPr marL="0" marR="0" lvl="0" indent="0" algn="l" defTabSz="914400" rtl="0" eaLnBrk="1" fontAlgn="auto" latinLnBrk="0" hangingPunct="1">
              <a:lnSpc>
                <a:spcPct val="95000"/>
              </a:lnSpc>
              <a:spcBef>
                <a:spcPts val="0"/>
              </a:spcBef>
              <a:spcAft>
                <a:spcPts val="0"/>
              </a:spcAft>
              <a:buClrTx/>
              <a:buSzTx/>
              <a:buFontTx/>
              <a:buNone/>
              <a:tabLst/>
              <a:defRPr sz="1600" b="1">
                <a:solidFill>
                  <a:srgbClr val="FFFFFF"/>
                </a:solidFill>
                <a:latin typeface="Aptos Display"/>
              </a:defRPr>
            </a:pPr>
            <a:r>
              <a:rPr kumimoji="0" sz="1600" b="1" i="0" u="none" strike="noStrike" kern="1200" cap="none" spc="0" normalizeH="0" baseline="0" noProof="0">
                <a:ln>
                  <a:noFill/>
                </a:ln>
                <a:solidFill>
                  <a:srgbClr val="FFFFFF"/>
                </a:solidFill>
                <a:effectLst/>
                <a:uLnTx/>
                <a:uFillTx/>
                <a:latin typeface="Aptos Display"/>
                <a:ea typeface="+mn-ea"/>
                <a:cs typeface="+mn-cs"/>
              </a:rPr>
              <a:t>Governed</a:t>
            </a:r>
          </a:p>
          <a:p>
            <a:pPr marL="0" marR="0" lvl="0" indent="0" algn="l" defTabSz="914400" rtl="0" eaLnBrk="1" fontAlgn="auto" latinLnBrk="0" hangingPunct="1">
              <a:lnSpc>
                <a:spcPct val="95000"/>
              </a:lnSpc>
              <a:spcBef>
                <a:spcPts val="0"/>
              </a:spcBef>
              <a:spcAft>
                <a:spcPts val="0"/>
              </a:spcAft>
              <a:buClrTx/>
              <a:buSzTx/>
              <a:buFontTx/>
              <a:buNone/>
              <a:tabLst/>
              <a:defRPr sz="1600" b="1">
                <a:solidFill>
                  <a:srgbClr val="FFFFFF"/>
                </a:solidFill>
                <a:latin typeface="Aptos Display"/>
              </a:defRPr>
            </a:pPr>
            <a:r>
              <a:rPr kumimoji="0" sz="1600" b="1" i="0" u="none" strike="noStrike" kern="1200" cap="none" spc="0" normalizeH="0" baseline="0" noProof="0">
                <a:ln>
                  <a:noFill/>
                </a:ln>
                <a:solidFill>
                  <a:srgbClr val="FFFFFF"/>
                </a:solidFill>
                <a:effectLst/>
                <a:uLnTx/>
                <a:uFillTx/>
                <a:latin typeface="Aptos Display"/>
                <a:ea typeface="+mn-ea"/>
                <a:cs typeface="+mn-cs"/>
              </a:rPr>
              <a:t>by design</a:t>
            </a:r>
          </a:p>
        </p:txBody>
      </p:sp>
      <p:sp>
        <p:nvSpPr>
          <p:cNvPr id="16" name="TextBox 15">
            <a:extLst>
              <a:ext uri="{FF2B5EF4-FFF2-40B4-BE49-F238E27FC236}">
                <a16:creationId xmlns:a16="http://schemas.microsoft.com/office/drawing/2014/main" id="{F8C3A4FB-6AAF-39A6-6611-A22CA57FBF9D}"/>
              </a:ext>
            </a:extLst>
          </p:cNvPr>
          <p:cNvSpPr txBox="1"/>
          <p:nvPr/>
        </p:nvSpPr>
        <p:spPr>
          <a:xfrm>
            <a:off x="3410712" y="2770632"/>
            <a:ext cx="2377439" cy="1627632"/>
          </a:xfrm>
          <a:prstGeom prst="rect">
            <a:avLst/>
          </a:prstGeom>
          <a:noFill/>
        </p:spPr>
        <p:txBody>
          <a:bodyPr wrap="square" lIns="36576" tIns="9144" rIns="36576" bIns="9144" anchor="t">
            <a:noAutofit/>
          </a:bodyPr>
          <a:lstStyle/>
          <a:p>
            <a:pPr marL="285750" marR="0" lvl="0" indent="-285750" algn="l" defTabSz="914400" rtl="0" eaLnBrk="1" fontAlgn="auto" latinLnBrk="0" hangingPunct="1">
              <a:lnSpc>
                <a:spcPct val="95000"/>
              </a:lnSpc>
              <a:spcBef>
                <a:spcPts val="0"/>
              </a:spcBef>
              <a:spcAft>
                <a:spcPts val="800"/>
              </a:spcAft>
              <a:buClrTx/>
              <a:buSzTx/>
              <a:buFont typeface="Arial" panose="020B0604020202020204" pitchFamily="34" charset="0"/>
              <a:buChar char="•"/>
              <a:tabLst/>
              <a:defRPr sz="1400" b="0">
                <a:solidFill>
                  <a:srgbClr val="E8EBE8"/>
                </a:solidFill>
                <a:latin typeface="Aptos"/>
              </a:defRPr>
            </a:pPr>
            <a:r>
              <a:rPr kumimoji="0" sz="1400" b="0" i="0" u="none" strike="noStrike" kern="1200" cap="none" spc="0" normalizeH="0" baseline="0" noProof="0">
                <a:ln>
                  <a:noFill/>
                </a:ln>
                <a:solidFill>
                  <a:srgbClr val="E8EBE8"/>
                </a:solidFill>
                <a:effectLst/>
                <a:uLnTx/>
                <a:uFillTx/>
                <a:latin typeface="Aptos"/>
                <a:ea typeface="+mn-ea"/>
                <a:cs typeface="+mn-cs"/>
              </a:rPr>
              <a:t>Auditability &amp; human oversight</a:t>
            </a:r>
          </a:p>
          <a:p>
            <a:pPr marL="285750" marR="0" lvl="0" indent="-285750" algn="l" defTabSz="914400" rtl="0" eaLnBrk="1" fontAlgn="auto" latinLnBrk="0" hangingPunct="1">
              <a:lnSpc>
                <a:spcPct val="95000"/>
              </a:lnSpc>
              <a:spcBef>
                <a:spcPts val="0"/>
              </a:spcBef>
              <a:spcAft>
                <a:spcPts val="800"/>
              </a:spcAft>
              <a:buClrTx/>
              <a:buSzTx/>
              <a:buFont typeface="Arial" panose="020B0604020202020204" pitchFamily="34" charset="0"/>
              <a:buChar char="•"/>
              <a:tabLst/>
              <a:defRPr sz="1400" b="0">
                <a:solidFill>
                  <a:srgbClr val="E8EBE8"/>
                </a:solidFill>
                <a:latin typeface="Aptos"/>
              </a:defRPr>
            </a:pPr>
            <a:r>
              <a:rPr kumimoji="0" sz="1400" b="0" i="0" u="none" strike="noStrike" kern="1200" cap="none" spc="0" normalizeH="0" baseline="0" noProof="0">
                <a:ln>
                  <a:noFill/>
                </a:ln>
                <a:solidFill>
                  <a:srgbClr val="E8EBE8"/>
                </a:solidFill>
                <a:effectLst/>
                <a:uLnTx/>
                <a:uFillTx/>
                <a:latin typeface="Aptos"/>
                <a:ea typeface="+mn-ea"/>
                <a:cs typeface="+mn-cs"/>
              </a:rPr>
              <a:t>Enterprise controls &amp; governance</a:t>
            </a:r>
          </a:p>
          <a:p>
            <a:pPr marL="285750" marR="0" lvl="0" indent="-285750" algn="l" defTabSz="914400" rtl="0" eaLnBrk="1" fontAlgn="auto" latinLnBrk="0" hangingPunct="1">
              <a:lnSpc>
                <a:spcPct val="95000"/>
              </a:lnSpc>
              <a:spcBef>
                <a:spcPts val="0"/>
              </a:spcBef>
              <a:spcAft>
                <a:spcPts val="800"/>
              </a:spcAft>
              <a:buClrTx/>
              <a:buSzTx/>
              <a:buFont typeface="Arial" panose="020B0604020202020204" pitchFamily="34" charset="0"/>
              <a:buChar char="•"/>
              <a:tabLst/>
              <a:defRPr sz="1400" b="0">
                <a:solidFill>
                  <a:srgbClr val="E8EBE8"/>
                </a:solidFill>
                <a:latin typeface="Aptos"/>
              </a:defRPr>
            </a:pPr>
            <a:r>
              <a:rPr kumimoji="0" sz="1400" b="0" i="0" u="none" strike="noStrike" kern="1200" cap="none" spc="0" normalizeH="0" baseline="0" noProof="0">
                <a:ln>
                  <a:noFill/>
                </a:ln>
                <a:solidFill>
                  <a:srgbClr val="E8EBE8"/>
                </a:solidFill>
                <a:effectLst/>
                <a:uLnTx/>
                <a:uFillTx/>
                <a:latin typeface="Aptos"/>
                <a:ea typeface="+mn-ea"/>
                <a:cs typeface="+mn-cs"/>
              </a:rPr>
              <a:t>Client data stays in agreed environment</a:t>
            </a:r>
          </a:p>
        </p:txBody>
      </p:sp>
      <p:sp>
        <p:nvSpPr>
          <p:cNvPr id="17" name="Rectangle 16">
            <a:extLst>
              <a:ext uri="{FF2B5EF4-FFF2-40B4-BE49-F238E27FC236}">
                <a16:creationId xmlns:a16="http://schemas.microsoft.com/office/drawing/2014/main" id="{A08AAC7A-D519-9203-6D76-8AC1F6DFF80D}"/>
              </a:ext>
            </a:extLst>
          </p:cNvPr>
          <p:cNvSpPr/>
          <p:nvPr/>
        </p:nvSpPr>
        <p:spPr>
          <a:xfrm>
            <a:off x="6016752" y="1417320"/>
            <a:ext cx="10972" cy="3456432"/>
          </a:xfrm>
          <a:prstGeom prst="rect">
            <a:avLst/>
          </a:prstGeom>
          <a:solidFill>
            <a:srgbClr val="6A7C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a:ea typeface="+mn-ea"/>
              <a:cs typeface="+mn-cs"/>
            </a:endParaRPr>
          </a:p>
        </p:txBody>
      </p:sp>
      <p:sp>
        <p:nvSpPr>
          <p:cNvPr id="18" name="Rectangle 17">
            <a:extLst>
              <a:ext uri="{FF2B5EF4-FFF2-40B4-BE49-F238E27FC236}">
                <a16:creationId xmlns:a16="http://schemas.microsoft.com/office/drawing/2014/main" id="{3B216D53-6D30-7CEF-055F-EBABF9F7290E}"/>
              </a:ext>
            </a:extLst>
          </p:cNvPr>
          <p:cNvSpPr/>
          <p:nvPr/>
        </p:nvSpPr>
        <p:spPr>
          <a:xfrm>
            <a:off x="6108192" y="1417320"/>
            <a:ext cx="2212848" cy="32004"/>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a:ea typeface="+mn-ea"/>
              <a:cs typeface="+mn-cs"/>
            </a:endParaRPr>
          </a:p>
        </p:txBody>
      </p:sp>
      <p:sp>
        <p:nvSpPr>
          <p:cNvPr id="19" name="TextBox 18">
            <a:extLst>
              <a:ext uri="{FF2B5EF4-FFF2-40B4-BE49-F238E27FC236}">
                <a16:creationId xmlns:a16="http://schemas.microsoft.com/office/drawing/2014/main" id="{6C0E5F3F-71D9-C2F7-0046-1F92BB313989}"/>
              </a:ext>
            </a:extLst>
          </p:cNvPr>
          <p:cNvSpPr txBox="1"/>
          <p:nvPr/>
        </p:nvSpPr>
        <p:spPr>
          <a:xfrm>
            <a:off x="6108192" y="1481328"/>
            <a:ext cx="548640" cy="228600"/>
          </a:xfrm>
          <a:prstGeom prst="rect">
            <a:avLst/>
          </a:prstGeom>
          <a:noFill/>
        </p:spPr>
        <p:txBody>
          <a:bodyPr wrap="square" lIns="36576" tIns="9144" rIns="36576" bIns="9144" anchor="t">
            <a:noAutofit/>
          </a:bodyPr>
          <a:lstStyle/>
          <a:p>
            <a:pPr marL="0" marR="0" lvl="0" indent="0" algn="l" defTabSz="914400" rtl="0" eaLnBrk="1" fontAlgn="auto" latinLnBrk="0" hangingPunct="1">
              <a:lnSpc>
                <a:spcPct val="95000"/>
              </a:lnSpc>
              <a:spcBef>
                <a:spcPts val="0"/>
              </a:spcBef>
              <a:spcAft>
                <a:spcPts val="0"/>
              </a:spcAft>
              <a:buClrTx/>
              <a:buSzTx/>
              <a:buFontTx/>
              <a:buNone/>
              <a:tabLst/>
              <a:defRPr sz="1400" b="1">
                <a:solidFill>
                  <a:srgbClr val="86BC25"/>
                </a:solidFill>
                <a:latin typeface="Aptos Display"/>
              </a:defRPr>
            </a:pPr>
            <a:r>
              <a:rPr kumimoji="0" sz="1400" b="1" i="0" u="none" strike="noStrike" kern="1200" cap="none" spc="0" normalizeH="0" baseline="0" noProof="0">
                <a:ln>
                  <a:noFill/>
                </a:ln>
                <a:solidFill>
                  <a:srgbClr val="86BC25"/>
                </a:solidFill>
                <a:effectLst/>
                <a:uLnTx/>
                <a:uFillTx/>
                <a:latin typeface="Aptos Display"/>
                <a:ea typeface="+mn-ea"/>
                <a:cs typeface="+mn-cs"/>
              </a:rPr>
              <a:t>03</a:t>
            </a:r>
          </a:p>
        </p:txBody>
      </p:sp>
      <p:pic>
        <p:nvPicPr>
          <p:cNvPr id="20" name="Picture 19" descr="pillar_icon_3.png">
            <a:extLst>
              <a:ext uri="{FF2B5EF4-FFF2-40B4-BE49-F238E27FC236}">
                <a16:creationId xmlns:a16="http://schemas.microsoft.com/office/drawing/2014/main" id="{111E82BD-CC6D-3A61-0F8C-7D22335AAC3A}"/>
              </a:ext>
            </a:extLst>
          </p:cNvPr>
          <p:cNvPicPr>
            <a:picLocks noChangeAspect="1"/>
          </p:cNvPicPr>
          <p:nvPr/>
        </p:nvPicPr>
        <p:blipFill>
          <a:blip r:embed="rId4"/>
          <a:stretch>
            <a:fillRect/>
          </a:stretch>
        </p:blipFill>
        <p:spPr>
          <a:xfrm>
            <a:off x="6135624" y="1773936"/>
            <a:ext cx="658368" cy="658368"/>
          </a:xfrm>
          <a:prstGeom prst="rect">
            <a:avLst/>
          </a:prstGeom>
        </p:spPr>
      </p:pic>
      <p:sp>
        <p:nvSpPr>
          <p:cNvPr id="21" name="TextBox 20">
            <a:extLst>
              <a:ext uri="{FF2B5EF4-FFF2-40B4-BE49-F238E27FC236}">
                <a16:creationId xmlns:a16="http://schemas.microsoft.com/office/drawing/2014/main" id="{2458454F-90A3-06C3-569D-AC8E6486DE6C}"/>
              </a:ext>
            </a:extLst>
          </p:cNvPr>
          <p:cNvSpPr txBox="1"/>
          <p:nvPr/>
        </p:nvSpPr>
        <p:spPr>
          <a:xfrm>
            <a:off x="6894576" y="1719072"/>
            <a:ext cx="1755648" cy="731520"/>
          </a:xfrm>
          <a:prstGeom prst="rect">
            <a:avLst/>
          </a:prstGeom>
          <a:noFill/>
        </p:spPr>
        <p:txBody>
          <a:bodyPr wrap="square" lIns="36576" tIns="9144" rIns="36576" bIns="9144" anchor="t">
            <a:noAutofit/>
          </a:bodyPr>
          <a:lstStyle/>
          <a:p>
            <a:pPr marL="0" marR="0" lvl="0" indent="0" algn="l" defTabSz="914400" rtl="0" eaLnBrk="1" fontAlgn="auto" latinLnBrk="0" hangingPunct="1">
              <a:lnSpc>
                <a:spcPct val="95000"/>
              </a:lnSpc>
              <a:spcBef>
                <a:spcPts val="0"/>
              </a:spcBef>
              <a:spcAft>
                <a:spcPts val="0"/>
              </a:spcAft>
              <a:buClrTx/>
              <a:buSzTx/>
              <a:buFontTx/>
              <a:buNone/>
              <a:tabLst/>
              <a:defRPr sz="1600" b="1">
                <a:solidFill>
                  <a:srgbClr val="FFFFFF"/>
                </a:solidFill>
                <a:latin typeface="Aptos Display"/>
              </a:defRPr>
            </a:pPr>
            <a:r>
              <a:rPr kumimoji="0" sz="1600" b="1" i="0" u="none" strike="noStrike" kern="1200" cap="none" spc="0" normalizeH="0" baseline="0" noProof="0">
                <a:ln>
                  <a:noFill/>
                </a:ln>
                <a:solidFill>
                  <a:srgbClr val="FFFFFF"/>
                </a:solidFill>
                <a:effectLst/>
                <a:uLnTx/>
                <a:uFillTx/>
                <a:latin typeface="Aptos Display"/>
                <a:ea typeface="+mn-ea"/>
                <a:cs typeface="+mn-cs"/>
              </a:rPr>
              <a:t>From insight</a:t>
            </a:r>
          </a:p>
          <a:p>
            <a:pPr marL="0" marR="0" lvl="0" indent="0" algn="l" defTabSz="914400" rtl="0" eaLnBrk="1" fontAlgn="auto" latinLnBrk="0" hangingPunct="1">
              <a:lnSpc>
                <a:spcPct val="95000"/>
              </a:lnSpc>
              <a:spcBef>
                <a:spcPts val="0"/>
              </a:spcBef>
              <a:spcAft>
                <a:spcPts val="0"/>
              </a:spcAft>
              <a:buClrTx/>
              <a:buSzTx/>
              <a:buFontTx/>
              <a:buNone/>
              <a:tabLst/>
              <a:defRPr sz="1600" b="1">
                <a:solidFill>
                  <a:srgbClr val="FFFFFF"/>
                </a:solidFill>
                <a:latin typeface="Aptos Display"/>
              </a:defRPr>
            </a:pPr>
            <a:r>
              <a:rPr kumimoji="0" sz="1600" b="1" i="0" u="none" strike="noStrike" kern="1200" cap="none" spc="0" normalizeH="0" baseline="0" noProof="0">
                <a:ln>
                  <a:noFill/>
                </a:ln>
                <a:solidFill>
                  <a:srgbClr val="FFFFFF"/>
                </a:solidFill>
                <a:effectLst/>
                <a:uLnTx/>
                <a:uFillTx/>
                <a:latin typeface="Aptos Display"/>
                <a:ea typeface="+mn-ea"/>
                <a:cs typeface="+mn-cs"/>
              </a:rPr>
              <a:t>to action</a:t>
            </a:r>
          </a:p>
        </p:txBody>
      </p:sp>
      <p:sp>
        <p:nvSpPr>
          <p:cNvPr id="22" name="TextBox 21">
            <a:extLst>
              <a:ext uri="{FF2B5EF4-FFF2-40B4-BE49-F238E27FC236}">
                <a16:creationId xmlns:a16="http://schemas.microsoft.com/office/drawing/2014/main" id="{71BDCBEC-2FC4-A93E-1A14-DE13DA4F63B7}"/>
              </a:ext>
            </a:extLst>
          </p:cNvPr>
          <p:cNvSpPr txBox="1"/>
          <p:nvPr/>
        </p:nvSpPr>
        <p:spPr>
          <a:xfrm>
            <a:off x="6135624" y="2770632"/>
            <a:ext cx="2377439" cy="1627632"/>
          </a:xfrm>
          <a:prstGeom prst="rect">
            <a:avLst/>
          </a:prstGeom>
          <a:noFill/>
        </p:spPr>
        <p:txBody>
          <a:bodyPr wrap="square" lIns="36576" tIns="9144" rIns="36576" bIns="9144" anchor="t">
            <a:noAutofit/>
          </a:bodyPr>
          <a:lstStyle/>
          <a:p>
            <a:pPr marL="285750" marR="0" lvl="0" indent="-285750" algn="l" defTabSz="914400" rtl="0" eaLnBrk="1" fontAlgn="auto" latinLnBrk="0" hangingPunct="1">
              <a:lnSpc>
                <a:spcPct val="95000"/>
              </a:lnSpc>
              <a:spcBef>
                <a:spcPts val="0"/>
              </a:spcBef>
              <a:spcAft>
                <a:spcPts val="800"/>
              </a:spcAft>
              <a:buClrTx/>
              <a:buSzTx/>
              <a:buFont typeface="Arial" panose="020B0604020202020204" pitchFamily="34" charset="0"/>
              <a:buChar char="•"/>
              <a:tabLst/>
              <a:defRPr sz="1400" b="0">
                <a:solidFill>
                  <a:srgbClr val="E8EBE8"/>
                </a:solidFill>
                <a:latin typeface="Aptos"/>
              </a:defRPr>
            </a:pPr>
            <a:r>
              <a:rPr kumimoji="0" sz="1400" b="0" i="0" u="none" strike="noStrike" kern="1200" cap="none" spc="0" normalizeH="0" baseline="0" noProof="0">
                <a:ln>
                  <a:noFill/>
                </a:ln>
                <a:solidFill>
                  <a:srgbClr val="E8EBE8"/>
                </a:solidFill>
                <a:effectLst/>
                <a:uLnTx/>
                <a:uFillTx/>
                <a:latin typeface="Aptos"/>
                <a:ea typeface="+mn-ea"/>
                <a:cs typeface="+mn-cs"/>
              </a:rPr>
              <a:t>Beyond reports and recommendations</a:t>
            </a:r>
          </a:p>
          <a:p>
            <a:pPr marL="285750" marR="0" lvl="0" indent="-285750" algn="l" defTabSz="914400" rtl="0" eaLnBrk="1" fontAlgn="auto" latinLnBrk="0" hangingPunct="1">
              <a:lnSpc>
                <a:spcPct val="95000"/>
              </a:lnSpc>
              <a:spcBef>
                <a:spcPts val="0"/>
              </a:spcBef>
              <a:spcAft>
                <a:spcPts val="800"/>
              </a:spcAft>
              <a:buClrTx/>
              <a:buSzTx/>
              <a:buFont typeface="Arial" panose="020B0604020202020204" pitchFamily="34" charset="0"/>
              <a:buChar char="•"/>
              <a:tabLst/>
              <a:defRPr sz="1400" b="0">
                <a:solidFill>
                  <a:srgbClr val="E8EBE8"/>
                </a:solidFill>
                <a:latin typeface="Aptos"/>
              </a:defRPr>
            </a:pPr>
            <a:r>
              <a:rPr kumimoji="0" sz="1400" b="0" i="0" u="none" strike="noStrike" kern="1200" cap="none" spc="0" normalizeH="0" baseline="0" noProof="0">
                <a:ln>
                  <a:noFill/>
                </a:ln>
                <a:solidFill>
                  <a:srgbClr val="E8EBE8"/>
                </a:solidFill>
                <a:effectLst/>
                <a:uLnTx/>
                <a:uFillTx/>
                <a:latin typeface="Aptos"/>
                <a:ea typeface="+mn-ea"/>
                <a:cs typeface="+mn-cs"/>
              </a:rPr>
              <a:t>Insights connect to workflows</a:t>
            </a:r>
          </a:p>
          <a:p>
            <a:pPr marL="285750" marR="0" lvl="0" indent="-285750" algn="l" defTabSz="914400" rtl="0" eaLnBrk="1" fontAlgn="auto" latinLnBrk="0" hangingPunct="1">
              <a:lnSpc>
                <a:spcPct val="95000"/>
              </a:lnSpc>
              <a:spcBef>
                <a:spcPts val="0"/>
              </a:spcBef>
              <a:spcAft>
                <a:spcPts val="800"/>
              </a:spcAft>
              <a:buClrTx/>
              <a:buSzTx/>
              <a:buFont typeface="Arial" panose="020B0604020202020204" pitchFamily="34" charset="0"/>
              <a:buChar char="•"/>
              <a:tabLst/>
              <a:defRPr sz="1400" b="0">
                <a:solidFill>
                  <a:srgbClr val="E8EBE8"/>
                </a:solidFill>
                <a:latin typeface="Aptos"/>
              </a:defRPr>
            </a:pPr>
            <a:r>
              <a:rPr kumimoji="0" sz="1400" b="0" i="0" u="none" strike="noStrike" kern="1200" cap="none" spc="0" normalizeH="0" baseline="0" noProof="0">
                <a:ln>
                  <a:noFill/>
                </a:ln>
                <a:solidFill>
                  <a:srgbClr val="E8EBE8"/>
                </a:solidFill>
                <a:effectLst/>
                <a:uLnTx/>
                <a:uFillTx/>
                <a:latin typeface="Aptos"/>
                <a:ea typeface="+mn-ea"/>
                <a:cs typeface="+mn-cs"/>
              </a:rPr>
              <a:t>Supports Advise-to-Perform journey</a:t>
            </a:r>
            <a:endParaRPr kumimoji="0" lang="en-US" sz="1400" b="0" i="0" u="none" strike="noStrike" kern="1200" cap="none" spc="0" normalizeH="0" baseline="0" noProof="0">
              <a:ln>
                <a:noFill/>
              </a:ln>
              <a:solidFill>
                <a:srgbClr val="E8EBE8"/>
              </a:solidFill>
              <a:effectLst/>
              <a:uLnTx/>
              <a:uFillTx/>
              <a:latin typeface="Aptos"/>
              <a:ea typeface="+mn-ea"/>
              <a:cs typeface="+mn-cs"/>
            </a:endParaRPr>
          </a:p>
          <a:p>
            <a:pPr marL="285750" marR="0" lvl="0" indent="-285750" algn="l" defTabSz="914400" rtl="0" eaLnBrk="1" fontAlgn="auto" latinLnBrk="0" hangingPunct="1">
              <a:lnSpc>
                <a:spcPct val="95000"/>
              </a:lnSpc>
              <a:spcBef>
                <a:spcPts val="0"/>
              </a:spcBef>
              <a:spcAft>
                <a:spcPts val="800"/>
              </a:spcAft>
              <a:buClrTx/>
              <a:buSzTx/>
              <a:buFont typeface="Arial" panose="020B0604020202020204" pitchFamily="34" charset="0"/>
              <a:buChar char="•"/>
              <a:tabLst/>
              <a:defRPr sz="1400" b="0">
                <a:solidFill>
                  <a:srgbClr val="E8EBE8"/>
                </a:solidFill>
                <a:latin typeface="Aptos"/>
              </a:defRPr>
            </a:pPr>
            <a:r>
              <a:rPr lang="en-US" sz="1400" dirty="0">
                <a:solidFill>
                  <a:srgbClr val="E8EBE8"/>
                </a:solidFill>
                <a:latin typeface="Aptos"/>
              </a:rPr>
              <a:t>Supports enabling functions  </a:t>
            </a:r>
            <a:r>
              <a:rPr lang="en-US" sz="1400" dirty="0" err="1">
                <a:solidFill>
                  <a:srgbClr val="E8EBE8"/>
                </a:solidFill>
                <a:latin typeface="Aptos"/>
              </a:rPr>
              <a:t>optimisation</a:t>
            </a:r>
            <a:r>
              <a:rPr lang="en-US" sz="1400" dirty="0">
                <a:solidFill>
                  <a:srgbClr val="E8EBE8"/>
                </a:solidFill>
                <a:latin typeface="Aptos"/>
              </a:rPr>
              <a:t> and scalability</a:t>
            </a:r>
            <a:endParaRPr kumimoji="0" lang="en-US" sz="1400" b="0" i="0" u="none" strike="noStrike" kern="1200" cap="none" spc="0" normalizeH="0" baseline="0" noProof="0" dirty="0">
              <a:ln>
                <a:noFill/>
              </a:ln>
              <a:solidFill>
                <a:srgbClr val="E8EBE8"/>
              </a:solidFill>
              <a:effectLst/>
              <a:uLnTx/>
              <a:uFillTx/>
              <a:latin typeface="Aptos"/>
              <a:ea typeface="+mn-ea"/>
              <a:cs typeface="+mn-cs"/>
            </a:endParaRPr>
          </a:p>
        </p:txBody>
      </p:sp>
      <p:sp>
        <p:nvSpPr>
          <p:cNvPr id="23" name="Rectangle 22">
            <a:extLst>
              <a:ext uri="{FF2B5EF4-FFF2-40B4-BE49-F238E27FC236}">
                <a16:creationId xmlns:a16="http://schemas.microsoft.com/office/drawing/2014/main" id="{CC4097A7-5BD2-B6D2-B9B9-A39B09E761A1}"/>
              </a:ext>
            </a:extLst>
          </p:cNvPr>
          <p:cNvSpPr/>
          <p:nvPr/>
        </p:nvSpPr>
        <p:spPr>
          <a:xfrm>
            <a:off x="8741664" y="1417320"/>
            <a:ext cx="10972" cy="3456432"/>
          </a:xfrm>
          <a:prstGeom prst="rect">
            <a:avLst/>
          </a:prstGeom>
          <a:solidFill>
            <a:srgbClr val="6A7C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a:ea typeface="+mn-ea"/>
              <a:cs typeface="+mn-cs"/>
            </a:endParaRPr>
          </a:p>
        </p:txBody>
      </p:sp>
      <p:sp>
        <p:nvSpPr>
          <p:cNvPr id="24" name="Rectangle 23">
            <a:extLst>
              <a:ext uri="{FF2B5EF4-FFF2-40B4-BE49-F238E27FC236}">
                <a16:creationId xmlns:a16="http://schemas.microsoft.com/office/drawing/2014/main" id="{C8259882-3ADE-9976-862E-8AAE57E5FEC0}"/>
              </a:ext>
            </a:extLst>
          </p:cNvPr>
          <p:cNvSpPr/>
          <p:nvPr/>
        </p:nvSpPr>
        <p:spPr>
          <a:xfrm>
            <a:off x="8833104" y="1417320"/>
            <a:ext cx="2212848" cy="32004"/>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a:ea typeface="+mn-ea"/>
              <a:cs typeface="+mn-cs"/>
            </a:endParaRPr>
          </a:p>
        </p:txBody>
      </p:sp>
      <p:sp>
        <p:nvSpPr>
          <p:cNvPr id="25" name="TextBox 24">
            <a:extLst>
              <a:ext uri="{FF2B5EF4-FFF2-40B4-BE49-F238E27FC236}">
                <a16:creationId xmlns:a16="http://schemas.microsoft.com/office/drawing/2014/main" id="{B7DD994B-AF02-2A1F-C83A-9C22B718B61F}"/>
              </a:ext>
            </a:extLst>
          </p:cNvPr>
          <p:cNvSpPr txBox="1"/>
          <p:nvPr/>
        </p:nvSpPr>
        <p:spPr>
          <a:xfrm>
            <a:off x="8833104" y="1481328"/>
            <a:ext cx="548640" cy="228600"/>
          </a:xfrm>
          <a:prstGeom prst="rect">
            <a:avLst/>
          </a:prstGeom>
          <a:noFill/>
        </p:spPr>
        <p:txBody>
          <a:bodyPr wrap="square" lIns="36576" tIns="9144" rIns="36576" bIns="9144" anchor="t">
            <a:noAutofit/>
          </a:bodyPr>
          <a:lstStyle/>
          <a:p>
            <a:pPr marL="0" marR="0" lvl="0" indent="0" algn="l" defTabSz="914400" rtl="0" eaLnBrk="1" fontAlgn="auto" latinLnBrk="0" hangingPunct="1">
              <a:lnSpc>
                <a:spcPct val="95000"/>
              </a:lnSpc>
              <a:spcBef>
                <a:spcPts val="0"/>
              </a:spcBef>
              <a:spcAft>
                <a:spcPts val="0"/>
              </a:spcAft>
              <a:buClrTx/>
              <a:buSzTx/>
              <a:buFontTx/>
              <a:buNone/>
              <a:tabLst/>
              <a:defRPr sz="1400" b="1">
                <a:solidFill>
                  <a:srgbClr val="86BC25"/>
                </a:solidFill>
                <a:latin typeface="Aptos Display"/>
              </a:defRPr>
            </a:pPr>
            <a:r>
              <a:rPr kumimoji="0" sz="1400" b="1" i="0" u="none" strike="noStrike" kern="1200" cap="none" spc="0" normalizeH="0" baseline="0" noProof="0">
                <a:ln>
                  <a:noFill/>
                </a:ln>
                <a:solidFill>
                  <a:srgbClr val="86BC25"/>
                </a:solidFill>
                <a:effectLst/>
                <a:uLnTx/>
                <a:uFillTx/>
                <a:latin typeface="Aptos Display"/>
                <a:ea typeface="+mn-ea"/>
                <a:cs typeface="+mn-cs"/>
              </a:rPr>
              <a:t>04</a:t>
            </a:r>
          </a:p>
        </p:txBody>
      </p:sp>
      <p:pic>
        <p:nvPicPr>
          <p:cNvPr id="26" name="Picture 25" descr="pillar_icon_4.png">
            <a:extLst>
              <a:ext uri="{FF2B5EF4-FFF2-40B4-BE49-F238E27FC236}">
                <a16:creationId xmlns:a16="http://schemas.microsoft.com/office/drawing/2014/main" id="{F1A90565-32E6-B32C-FA6E-98C2124FAE02}"/>
              </a:ext>
            </a:extLst>
          </p:cNvPr>
          <p:cNvPicPr>
            <a:picLocks noChangeAspect="1"/>
          </p:cNvPicPr>
          <p:nvPr/>
        </p:nvPicPr>
        <p:blipFill>
          <a:blip r:embed="rId5"/>
          <a:stretch>
            <a:fillRect/>
          </a:stretch>
        </p:blipFill>
        <p:spPr>
          <a:xfrm>
            <a:off x="8860536" y="1773936"/>
            <a:ext cx="658368" cy="658368"/>
          </a:xfrm>
          <a:prstGeom prst="rect">
            <a:avLst/>
          </a:prstGeom>
        </p:spPr>
      </p:pic>
      <p:sp>
        <p:nvSpPr>
          <p:cNvPr id="27" name="TextBox 26">
            <a:extLst>
              <a:ext uri="{FF2B5EF4-FFF2-40B4-BE49-F238E27FC236}">
                <a16:creationId xmlns:a16="http://schemas.microsoft.com/office/drawing/2014/main" id="{BC84BA19-7481-7C2D-0757-24E85CAD2BBA}"/>
              </a:ext>
            </a:extLst>
          </p:cNvPr>
          <p:cNvSpPr txBox="1"/>
          <p:nvPr/>
        </p:nvSpPr>
        <p:spPr>
          <a:xfrm>
            <a:off x="9619488" y="1719072"/>
            <a:ext cx="1755648" cy="731520"/>
          </a:xfrm>
          <a:prstGeom prst="rect">
            <a:avLst/>
          </a:prstGeom>
          <a:noFill/>
        </p:spPr>
        <p:txBody>
          <a:bodyPr wrap="square" lIns="36576" tIns="9144" rIns="36576" bIns="9144" anchor="t">
            <a:noAutofit/>
          </a:bodyPr>
          <a:lstStyle/>
          <a:p>
            <a:pPr marL="0" marR="0" lvl="0" indent="0" algn="l" defTabSz="914400" rtl="0" eaLnBrk="1" fontAlgn="auto" latinLnBrk="0" hangingPunct="1">
              <a:lnSpc>
                <a:spcPct val="95000"/>
              </a:lnSpc>
              <a:spcBef>
                <a:spcPts val="0"/>
              </a:spcBef>
              <a:spcAft>
                <a:spcPts val="0"/>
              </a:spcAft>
              <a:buClrTx/>
              <a:buSzTx/>
              <a:buFontTx/>
              <a:buNone/>
              <a:tabLst/>
              <a:defRPr sz="1500" b="1">
                <a:solidFill>
                  <a:srgbClr val="FFFFFF"/>
                </a:solidFill>
                <a:latin typeface="Aptos Display"/>
              </a:defRPr>
            </a:pPr>
            <a:r>
              <a:rPr kumimoji="0" sz="1500" b="1" i="0" u="none" strike="noStrike" kern="1200" cap="none" spc="0" normalizeH="0" baseline="0" noProof="0">
                <a:ln>
                  <a:noFill/>
                </a:ln>
                <a:solidFill>
                  <a:srgbClr val="FFFFFF"/>
                </a:solidFill>
                <a:effectLst/>
                <a:uLnTx/>
                <a:uFillTx/>
                <a:latin typeface="Aptos Display"/>
                <a:ea typeface="+mn-ea"/>
                <a:cs typeface="+mn-cs"/>
              </a:rPr>
              <a:t>Works across your</a:t>
            </a:r>
          </a:p>
          <a:p>
            <a:pPr marL="0" marR="0" lvl="0" indent="0" algn="l" defTabSz="914400" rtl="0" eaLnBrk="1" fontAlgn="auto" latinLnBrk="0" hangingPunct="1">
              <a:lnSpc>
                <a:spcPct val="95000"/>
              </a:lnSpc>
              <a:spcBef>
                <a:spcPts val="0"/>
              </a:spcBef>
              <a:spcAft>
                <a:spcPts val="0"/>
              </a:spcAft>
              <a:buClrTx/>
              <a:buSzTx/>
              <a:buFontTx/>
              <a:buNone/>
              <a:tabLst/>
              <a:defRPr sz="1500" b="1">
                <a:solidFill>
                  <a:srgbClr val="FFFFFF"/>
                </a:solidFill>
                <a:latin typeface="Aptos Display"/>
              </a:defRPr>
            </a:pPr>
            <a:r>
              <a:rPr kumimoji="0" sz="1500" b="1" i="0" u="none" strike="noStrike" kern="1200" cap="none" spc="0" normalizeH="0" baseline="0" noProof="0">
                <a:ln>
                  <a:noFill/>
                </a:ln>
                <a:solidFill>
                  <a:srgbClr val="FFFFFF"/>
                </a:solidFill>
                <a:effectLst/>
                <a:uLnTx/>
                <a:uFillTx/>
                <a:latin typeface="Aptos Display"/>
                <a:ea typeface="+mn-ea"/>
                <a:cs typeface="+mn-cs"/>
              </a:rPr>
              <a:t>technology estate</a:t>
            </a:r>
          </a:p>
        </p:txBody>
      </p:sp>
      <p:sp>
        <p:nvSpPr>
          <p:cNvPr id="28" name="TextBox 27">
            <a:extLst>
              <a:ext uri="{FF2B5EF4-FFF2-40B4-BE49-F238E27FC236}">
                <a16:creationId xmlns:a16="http://schemas.microsoft.com/office/drawing/2014/main" id="{4531FDB3-044C-5937-427F-235D5C4519EB}"/>
              </a:ext>
            </a:extLst>
          </p:cNvPr>
          <p:cNvSpPr txBox="1"/>
          <p:nvPr/>
        </p:nvSpPr>
        <p:spPr>
          <a:xfrm>
            <a:off x="8860536" y="2770632"/>
            <a:ext cx="2377439" cy="1627632"/>
          </a:xfrm>
          <a:prstGeom prst="rect">
            <a:avLst/>
          </a:prstGeom>
          <a:noFill/>
        </p:spPr>
        <p:txBody>
          <a:bodyPr wrap="square" lIns="36576" tIns="9144" rIns="36576" bIns="9144" anchor="t">
            <a:noAutofit/>
          </a:bodyPr>
          <a:lstStyle/>
          <a:p>
            <a:pPr marL="285750" marR="0" lvl="0" indent="-285750" algn="l" defTabSz="914400" rtl="0" eaLnBrk="1" fontAlgn="auto" latinLnBrk="0" hangingPunct="1">
              <a:lnSpc>
                <a:spcPct val="95000"/>
              </a:lnSpc>
              <a:spcBef>
                <a:spcPts val="0"/>
              </a:spcBef>
              <a:spcAft>
                <a:spcPts val="800"/>
              </a:spcAft>
              <a:buClrTx/>
              <a:buSzTx/>
              <a:buFont typeface="Arial" panose="020B0604020202020204" pitchFamily="34" charset="0"/>
              <a:buChar char="•"/>
              <a:tabLst/>
              <a:defRPr sz="1400" b="0">
                <a:solidFill>
                  <a:srgbClr val="E8EBE8"/>
                </a:solidFill>
                <a:latin typeface="Aptos"/>
              </a:defRPr>
            </a:pPr>
            <a:r>
              <a:rPr kumimoji="0" sz="1400" b="0" i="0" u="none" strike="noStrike" kern="1200" cap="none" spc="0" normalizeH="0" baseline="0" noProof="0">
                <a:ln>
                  <a:noFill/>
                </a:ln>
                <a:solidFill>
                  <a:srgbClr val="E8EBE8"/>
                </a:solidFill>
                <a:effectLst/>
                <a:uLnTx/>
                <a:uFillTx/>
                <a:latin typeface="Aptos"/>
                <a:ea typeface="+mn-ea"/>
                <a:cs typeface="+mn-cs"/>
              </a:rPr>
              <a:t>Orchestrates systems &amp; data sources</a:t>
            </a:r>
          </a:p>
          <a:p>
            <a:pPr marL="285750" marR="0" lvl="0" indent="-285750" algn="l" defTabSz="914400" rtl="0" eaLnBrk="1" fontAlgn="auto" latinLnBrk="0" hangingPunct="1">
              <a:lnSpc>
                <a:spcPct val="95000"/>
              </a:lnSpc>
              <a:spcBef>
                <a:spcPts val="0"/>
              </a:spcBef>
              <a:spcAft>
                <a:spcPts val="800"/>
              </a:spcAft>
              <a:buClrTx/>
              <a:buSzTx/>
              <a:buFont typeface="Arial" panose="020B0604020202020204" pitchFamily="34" charset="0"/>
              <a:buChar char="•"/>
              <a:tabLst/>
              <a:defRPr sz="1400" b="0">
                <a:solidFill>
                  <a:srgbClr val="E8EBE8"/>
                </a:solidFill>
                <a:latin typeface="Aptos"/>
              </a:defRPr>
            </a:pPr>
            <a:r>
              <a:rPr kumimoji="0" sz="1400" b="0" i="0" u="none" strike="noStrike" kern="1200" cap="none" spc="0" normalizeH="0" baseline="0" noProof="0">
                <a:ln>
                  <a:noFill/>
                </a:ln>
                <a:solidFill>
                  <a:srgbClr val="E8EBE8"/>
                </a:solidFill>
                <a:effectLst/>
                <a:uLnTx/>
                <a:uFillTx/>
                <a:latin typeface="Aptos"/>
                <a:ea typeface="+mn-ea"/>
                <a:cs typeface="+mn-cs"/>
              </a:rPr>
              <a:t>Complements ERP, workflow &amp; analytics</a:t>
            </a:r>
          </a:p>
          <a:p>
            <a:pPr marL="285750" marR="0" lvl="0" indent="-285750" algn="l" defTabSz="914400" rtl="0" eaLnBrk="1" fontAlgn="auto" latinLnBrk="0" hangingPunct="1">
              <a:lnSpc>
                <a:spcPct val="95000"/>
              </a:lnSpc>
              <a:spcBef>
                <a:spcPts val="0"/>
              </a:spcBef>
              <a:spcAft>
                <a:spcPts val="800"/>
              </a:spcAft>
              <a:buClrTx/>
              <a:buSzTx/>
              <a:buFont typeface="Arial" panose="020B0604020202020204" pitchFamily="34" charset="0"/>
              <a:buChar char="•"/>
              <a:tabLst/>
              <a:defRPr sz="1400" b="0">
                <a:solidFill>
                  <a:srgbClr val="E8EBE8"/>
                </a:solidFill>
                <a:latin typeface="Aptos"/>
              </a:defRPr>
            </a:pPr>
            <a:r>
              <a:rPr kumimoji="0" sz="1400" b="0" i="0" u="none" strike="noStrike" kern="1200" cap="none" spc="0" normalizeH="0" baseline="0" noProof="0">
                <a:ln>
                  <a:noFill/>
                </a:ln>
                <a:solidFill>
                  <a:srgbClr val="E8EBE8"/>
                </a:solidFill>
                <a:effectLst/>
                <a:uLnTx/>
                <a:uFillTx/>
                <a:latin typeface="Aptos"/>
                <a:ea typeface="+mn-ea"/>
                <a:cs typeface="+mn-cs"/>
              </a:rPr>
              <a:t>Adapts to client policies &amp; hierarchies</a:t>
            </a:r>
          </a:p>
        </p:txBody>
      </p:sp>
      <p:sp>
        <p:nvSpPr>
          <p:cNvPr id="29" name="Rectangle 28">
            <a:extLst>
              <a:ext uri="{FF2B5EF4-FFF2-40B4-BE49-F238E27FC236}">
                <a16:creationId xmlns:a16="http://schemas.microsoft.com/office/drawing/2014/main" id="{655B0D00-70DF-3F6A-4437-3149C520ABCC}"/>
              </a:ext>
            </a:extLst>
          </p:cNvPr>
          <p:cNvSpPr/>
          <p:nvPr/>
        </p:nvSpPr>
        <p:spPr>
          <a:xfrm>
            <a:off x="457200" y="5650992"/>
            <a:ext cx="1572768" cy="667512"/>
          </a:xfrm>
          <a:prstGeom prst="rect">
            <a:avLst/>
          </a:prstGeom>
          <a:solidFill>
            <a:srgbClr val="080D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a:ea typeface="+mn-ea"/>
              <a:cs typeface="+mn-cs"/>
            </a:endParaRPr>
          </a:p>
        </p:txBody>
      </p:sp>
      <p:sp>
        <p:nvSpPr>
          <p:cNvPr id="30" name="Rectangle: Rounded Corners 29">
            <a:extLst>
              <a:ext uri="{FF2B5EF4-FFF2-40B4-BE49-F238E27FC236}">
                <a16:creationId xmlns:a16="http://schemas.microsoft.com/office/drawing/2014/main" id="{FFED79E5-8372-39A0-16D1-B825A4465100}"/>
              </a:ext>
            </a:extLst>
          </p:cNvPr>
          <p:cNvSpPr>
            <a:spLocks/>
          </p:cNvSpPr>
          <p:nvPr/>
        </p:nvSpPr>
        <p:spPr>
          <a:xfrm>
            <a:off x="2029968" y="5650992"/>
            <a:ext cx="9628632" cy="667512"/>
          </a:xfrm>
          <a:prstGeom prst="round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a:ea typeface="+mn-ea"/>
              <a:cs typeface="+mn-cs"/>
            </a:endParaRPr>
          </a:p>
        </p:txBody>
      </p:sp>
      <p:sp>
        <p:nvSpPr>
          <p:cNvPr id="31" name="TextBox 30">
            <a:extLst>
              <a:ext uri="{FF2B5EF4-FFF2-40B4-BE49-F238E27FC236}">
                <a16:creationId xmlns:a16="http://schemas.microsoft.com/office/drawing/2014/main" id="{C5D781E6-5F86-ED87-5009-5698A4499004}"/>
              </a:ext>
            </a:extLst>
          </p:cNvPr>
          <p:cNvSpPr txBox="1">
            <a:spLocks/>
          </p:cNvSpPr>
          <p:nvPr/>
        </p:nvSpPr>
        <p:spPr>
          <a:xfrm>
            <a:off x="2194560" y="5756148"/>
            <a:ext cx="9107424" cy="457200"/>
          </a:xfrm>
          <a:prstGeom prst="rect">
            <a:avLst/>
          </a:prstGeom>
          <a:noFill/>
        </p:spPr>
        <p:txBody>
          <a:bodyPr wrap="square" lIns="36576" tIns="9144" rIns="36576" bIns="9144" anchor="t">
            <a:noAutofit/>
          </a:bodyPr>
          <a:lstStyle/>
          <a:p>
            <a:pPr marL="0" marR="0" lvl="0" indent="0" algn="l" defTabSz="914400" rtl="0" eaLnBrk="1" fontAlgn="auto" latinLnBrk="0" hangingPunct="1">
              <a:lnSpc>
                <a:spcPct val="95000"/>
              </a:lnSpc>
              <a:spcBef>
                <a:spcPts val="0"/>
              </a:spcBef>
              <a:spcAft>
                <a:spcPts val="0"/>
              </a:spcAft>
              <a:buClrTx/>
              <a:buSzTx/>
              <a:buFontTx/>
              <a:buNone/>
              <a:tabLst/>
              <a:defRPr sz="1500" b="1">
                <a:solidFill>
                  <a:srgbClr val="000000"/>
                </a:solidFill>
                <a:latin typeface="Aptos Display"/>
              </a:defRPr>
            </a:pPr>
            <a:r>
              <a:rPr kumimoji="0" sz="1500" i="0" u="none" strike="noStrike" kern="1200" cap="none" spc="0" normalizeH="0" baseline="0" noProof="0">
                <a:ln>
                  <a:noFill/>
                </a:ln>
                <a:solidFill>
                  <a:schemeClr val="bg1"/>
                </a:solidFill>
                <a:effectLst/>
                <a:uLnTx/>
                <a:uFillTx/>
                <a:ea typeface="+mn-ea"/>
                <a:cs typeface="+mn-cs"/>
              </a:rPr>
              <a:t>Zora AI is a finance platform </a:t>
            </a:r>
            <a:r>
              <a:rPr kumimoji="0" lang="en-GB" sz="1500" i="0" u="none" strike="noStrike" kern="1200" cap="none" spc="0" normalizeH="0" baseline="0" noProof="0">
                <a:ln>
                  <a:noFill/>
                </a:ln>
                <a:solidFill>
                  <a:schemeClr val="bg1"/>
                </a:solidFill>
                <a:effectLst/>
                <a:uLnTx/>
                <a:uFillTx/>
                <a:ea typeface="+mn-ea"/>
                <a:cs typeface="+mn-cs"/>
              </a:rPr>
              <a:t>-</a:t>
            </a:r>
            <a:r>
              <a:rPr kumimoji="0" sz="1500" i="0" u="none" strike="noStrike" kern="1200" cap="none" spc="0" normalizeH="0" baseline="0" noProof="0">
                <a:ln>
                  <a:noFill/>
                </a:ln>
                <a:solidFill>
                  <a:schemeClr val="bg1"/>
                </a:solidFill>
                <a:effectLst/>
                <a:uLnTx/>
                <a:uFillTx/>
                <a:ea typeface="+mn-ea"/>
                <a:cs typeface="+mn-cs"/>
              </a:rPr>
              <a:t> combining Deloitte expertise, governed AI and cross-system orchestration to move from insight to action.</a:t>
            </a:r>
          </a:p>
        </p:txBody>
      </p:sp>
      <p:sp>
        <p:nvSpPr>
          <p:cNvPr id="32" name="Takeaway label">
            <a:extLst>
              <a:ext uri="{FF2B5EF4-FFF2-40B4-BE49-F238E27FC236}">
                <a16:creationId xmlns:a16="http://schemas.microsoft.com/office/drawing/2014/main" id="{769B8FB7-74CF-7A67-CBE2-9000FE6E5391}"/>
              </a:ext>
            </a:extLst>
          </p:cNvPr>
          <p:cNvSpPr txBox="1">
            <a:spLocks/>
          </p:cNvSpPr>
          <p:nvPr/>
        </p:nvSpPr>
        <p:spPr>
          <a:xfrm>
            <a:off x="932688" y="5856732"/>
            <a:ext cx="1325880" cy="256032"/>
          </a:xfrm>
          <a:prstGeom prst="rect">
            <a:avLst/>
          </a:prstGeom>
          <a:noFill/>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86BC25"/>
                </a:solidFill>
                <a:effectLst/>
                <a:uLnTx/>
                <a:uFillTx/>
                <a:latin typeface="Aptos Display"/>
                <a:ea typeface="+mn-ea"/>
                <a:cs typeface="+mn-cs"/>
              </a:rPr>
              <a:t>Takeaway</a:t>
            </a:r>
          </a:p>
        </p:txBody>
      </p:sp>
      <p:pic>
        <p:nvPicPr>
          <p:cNvPr id="33" name="Picture 32" descr="A green and white text on a black background&#10;&#10;AI-generated content may be incorrect.">
            <a:extLst>
              <a:ext uri="{FF2B5EF4-FFF2-40B4-BE49-F238E27FC236}">
                <a16:creationId xmlns:a16="http://schemas.microsoft.com/office/drawing/2014/main" id="{429305DE-D63B-667A-776A-A560DB45A7F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862568" y="270073"/>
            <a:ext cx="1062001" cy="418482"/>
          </a:xfrm>
          <a:prstGeom prst="rect">
            <a:avLst/>
          </a:prstGeom>
        </p:spPr>
      </p:pic>
      <p:pic>
        <p:nvPicPr>
          <p:cNvPr id="34" name="Picture 33" descr="Renewi logo in transparent PNG and vectorized SVG formats">
            <a:extLst>
              <a:ext uri="{FF2B5EF4-FFF2-40B4-BE49-F238E27FC236}">
                <a16:creationId xmlns:a16="http://schemas.microsoft.com/office/drawing/2014/main" id="{F94CB94B-10E5-CD85-6BB0-D208EB4FD5F3}"/>
              </a:ext>
            </a:extLst>
          </p:cNvPr>
          <p:cNvPicPr>
            <a:picLocks noChangeAspect="1"/>
          </p:cNvPicPr>
          <p:nvPr/>
        </p:nvPicPr>
        <p:blipFill>
          <a:blip r:embed="rId7"/>
          <a:stretch>
            <a:fillRect/>
          </a:stretch>
        </p:blipFill>
        <p:spPr>
          <a:xfrm>
            <a:off x="9516853" y="119349"/>
            <a:ext cx="925185" cy="569206"/>
          </a:xfrm>
          <a:prstGeom prst="rect">
            <a:avLst/>
          </a:prstGeom>
        </p:spPr>
      </p:pic>
    </p:spTree>
    <p:extLst>
      <p:ext uri="{BB962C8B-B14F-4D97-AF65-F5344CB8AC3E}">
        <p14:creationId xmlns:p14="http://schemas.microsoft.com/office/powerpoint/2010/main" val="4256089929"/>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AB3B1-F07B-D97F-F361-080D56D9AE94}"/>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DAB7ECE5-CFE4-B75F-13A4-20B94BB6BBAA}"/>
              </a:ext>
            </a:extLst>
          </p:cNvPr>
          <p:cNvSpPr/>
          <p:nvPr/>
        </p:nvSpPr>
        <p:spPr>
          <a:xfrm>
            <a:off x="342900" y="2361094"/>
            <a:ext cx="3690877" cy="3590788"/>
          </a:xfrm>
          <a:prstGeom prst="rect">
            <a:avLst/>
          </a:prstGeom>
          <a:solidFill>
            <a:schemeClr val="tx1">
              <a:lumMod val="50000"/>
              <a:lumOff val="50000"/>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marR="0" lvl="0" indent="-171450" algn="ctr" defTabSz="914400" rtl="0" eaLnBrk="1" fontAlgn="auto" latinLnBrk="0" hangingPunct="1">
              <a:lnSpc>
                <a:spcPct val="100000"/>
              </a:lnSpc>
              <a:spcBef>
                <a:spcPts val="0"/>
              </a:spcBef>
              <a:spcAft>
                <a:spcPts val="0"/>
              </a:spcAft>
              <a:buClrTx/>
              <a:buSzTx/>
              <a:buFontTx/>
              <a:buNone/>
              <a:tabLst/>
              <a:defRPr/>
            </a:pPr>
            <a:endParaRPr kumimoji="0" lang="en-US" sz="1200" b="0" i="1" u="none" strike="noStrike" kern="1200" cap="none" spc="0" normalizeH="0" baseline="0" noProof="0">
              <a:ln>
                <a:noFill/>
              </a:ln>
              <a:solidFill>
                <a:prstClr val="white"/>
              </a:solidFill>
              <a:effectLst/>
              <a:uLnTx/>
              <a:uFillTx/>
              <a:latin typeface="Aptos"/>
              <a:ea typeface="+mn-ea"/>
              <a:cs typeface="Arial"/>
            </a:endParaRPr>
          </a:p>
        </p:txBody>
      </p:sp>
      <p:sp>
        <p:nvSpPr>
          <p:cNvPr id="39" name="Rectangle 38">
            <a:extLst>
              <a:ext uri="{FF2B5EF4-FFF2-40B4-BE49-F238E27FC236}">
                <a16:creationId xmlns:a16="http://schemas.microsoft.com/office/drawing/2014/main" id="{A317D0F3-0275-C390-50B9-5BC15C5392F2}"/>
              </a:ext>
            </a:extLst>
          </p:cNvPr>
          <p:cNvSpPr/>
          <p:nvPr/>
        </p:nvSpPr>
        <p:spPr>
          <a:xfrm>
            <a:off x="8133234" y="1767118"/>
            <a:ext cx="3690877" cy="4184764"/>
          </a:xfrm>
          <a:prstGeom prst="rect">
            <a:avLst/>
          </a:prstGeom>
          <a:solidFill>
            <a:schemeClr val="tx1">
              <a:lumMod val="50000"/>
              <a:lumOff val="50000"/>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marR="0" lvl="0" indent="-171450" algn="ctr" defTabSz="914400" rtl="0" eaLnBrk="1" fontAlgn="auto" latinLnBrk="0" hangingPunct="1">
              <a:lnSpc>
                <a:spcPct val="100000"/>
              </a:lnSpc>
              <a:spcBef>
                <a:spcPts val="0"/>
              </a:spcBef>
              <a:spcAft>
                <a:spcPts val="0"/>
              </a:spcAft>
              <a:buClrTx/>
              <a:buSzTx/>
              <a:buFontTx/>
              <a:buNone/>
              <a:tabLst/>
              <a:defRPr/>
            </a:pPr>
            <a:endParaRPr kumimoji="0" lang="en-US" sz="1200" b="0" i="1" u="none" strike="noStrike" kern="1200" cap="none" spc="0" normalizeH="0" baseline="0" noProof="0">
              <a:ln>
                <a:noFill/>
              </a:ln>
              <a:solidFill>
                <a:prstClr val="white"/>
              </a:solidFill>
              <a:effectLst/>
              <a:uLnTx/>
              <a:uFillTx/>
              <a:latin typeface="Aptos"/>
              <a:ea typeface="+mn-ea"/>
              <a:cs typeface="Arial"/>
            </a:endParaRPr>
          </a:p>
        </p:txBody>
      </p:sp>
      <p:sp>
        <p:nvSpPr>
          <p:cNvPr id="40" name="Rectangle 39">
            <a:extLst>
              <a:ext uri="{FF2B5EF4-FFF2-40B4-BE49-F238E27FC236}">
                <a16:creationId xmlns:a16="http://schemas.microsoft.com/office/drawing/2014/main" id="{7A1AFCCC-33D5-7709-F5FD-4F502EE80A10}"/>
              </a:ext>
            </a:extLst>
          </p:cNvPr>
          <p:cNvSpPr/>
          <p:nvPr/>
        </p:nvSpPr>
        <p:spPr>
          <a:xfrm>
            <a:off x="4238067" y="2064106"/>
            <a:ext cx="3690877" cy="3887776"/>
          </a:xfrm>
          <a:prstGeom prst="rect">
            <a:avLst/>
          </a:prstGeom>
          <a:solidFill>
            <a:schemeClr val="tx1">
              <a:lumMod val="50000"/>
              <a:lumOff val="50000"/>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marR="0" lvl="0" indent="-171450" algn="ctr" defTabSz="914400" rtl="0" eaLnBrk="1" fontAlgn="auto" latinLnBrk="0" hangingPunct="1">
              <a:lnSpc>
                <a:spcPct val="100000"/>
              </a:lnSpc>
              <a:spcBef>
                <a:spcPts val="0"/>
              </a:spcBef>
              <a:spcAft>
                <a:spcPts val="0"/>
              </a:spcAft>
              <a:buClrTx/>
              <a:buSzTx/>
              <a:buFontTx/>
              <a:buNone/>
              <a:tabLst/>
              <a:defRPr/>
            </a:pPr>
            <a:endParaRPr kumimoji="0" lang="en-US" sz="1200" b="0" i="1" u="none" strike="noStrike" kern="1200" cap="none" spc="0" normalizeH="0" baseline="0" noProof="0">
              <a:ln>
                <a:noFill/>
              </a:ln>
              <a:solidFill>
                <a:prstClr val="white"/>
              </a:solidFill>
              <a:effectLst/>
              <a:uLnTx/>
              <a:uFillTx/>
              <a:latin typeface="Aptos"/>
              <a:ea typeface="+mn-ea"/>
              <a:cs typeface="Arial"/>
            </a:endParaRPr>
          </a:p>
        </p:txBody>
      </p:sp>
      <p:graphicFrame>
        <p:nvGraphicFramePr>
          <p:cNvPr id="25" name="Table 24">
            <a:extLst>
              <a:ext uri="{FF2B5EF4-FFF2-40B4-BE49-F238E27FC236}">
                <a16:creationId xmlns:a16="http://schemas.microsoft.com/office/drawing/2014/main" id="{DEBE302E-7839-7E91-A741-EFEFF3C04C44}"/>
              </a:ext>
            </a:extLst>
          </p:cNvPr>
          <p:cNvGraphicFramePr>
            <a:graphicFrameLocks noGrp="1"/>
          </p:cNvGraphicFramePr>
          <p:nvPr/>
        </p:nvGraphicFramePr>
        <p:xfrm>
          <a:off x="342900" y="6031090"/>
          <a:ext cx="11481211" cy="363957"/>
        </p:xfrm>
        <a:graphic>
          <a:graphicData uri="http://schemas.openxmlformats.org/drawingml/2006/table">
            <a:tbl>
              <a:tblPr/>
              <a:tblGrid>
                <a:gridCol w="11481211">
                  <a:extLst>
                    <a:ext uri="{9D8B030D-6E8A-4147-A177-3AD203B41FA5}">
                      <a16:colId xmlns:a16="http://schemas.microsoft.com/office/drawing/2014/main" val="1804622706"/>
                    </a:ext>
                  </a:extLst>
                </a:gridCol>
              </a:tblGrid>
              <a:tr h="363957">
                <a:tc>
                  <a:txBody>
                    <a:bodyPr/>
                    <a:lstStyle/>
                    <a:p>
                      <a:pPr algn="ctr" fontAlgn="b"/>
                      <a:r>
                        <a:rPr lang="en-US" sz="1400" b="1" i="0" u="none" strike="noStrike">
                          <a:solidFill>
                            <a:schemeClr val="bg1"/>
                          </a:solidFill>
                          <a:effectLst/>
                          <a:latin typeface="+mj-lt"/>
                          <a:ea typeface="Open Sans" panose="020B0606030504020204" pitchFamily="34" charset="0"/>
                          <a:cs typeface="Open Sans" panose="020B0606030504020204" pitchFamily="34" charset="0"/>
                        </a:rPr>
                        <a:t>Timeline will vary depending on complexity, customization, data maturity, and other factors</a:t>
                      </a:r>
                      <a:endParaRPr lang="en-US" sz="1050" b="1" i="0" u="none" strike="noStrike">
                        <a:solidFill>
                          <a:schemeClr val="bg1"/>
                        </a:solidFill>
                        <a:effectLst/>
                        <a:latin typeface="+mj-lt"/>
                        <a:ea typeface="Open Sans" panose="020B0606030504020204" pitchFamily="34" charset="0"/>
                        <a:cs typeface="Open Sans" panose="020B0606030504020204" pitchFamily="34" charset="0"/>
                      </a:endParaRPr>
                    </a:p>
                  </a:txBody>
                  <a:tcPr marL="6350" marR="6350" marT="6350" marB="0"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gradFill>
                      <a:gsLst>
                        <a:gs pos="73000">
                          <a:schemeClr val="accent4">
                            <a:lumMod val="98000"/>
                            <a:lumOff val="2000"/>
                          </a:schemeClr>
                        </a:gs>
                        <a:gs pos="14000">
                          <a:schemeClr val="accent5">
                            <a:lumMod val="75000"/>
                          </a:schemeClr>
                        </a:gs>
                      </a:gsLst>
                      <a:lin ang="2700000" scaled="1"/>
                    </a:gradFill>
                  </a:tcPr>
                </a:tc>
                <a:extLst>
                  <a:ext uri="{0D108BD9-81ED-4DB2-BD59-A6C34878D82A}">
                    <a16:rowId xmlns:a16="http://schemas.microsoft.com/office/drawing/2014/main" val="3058879779"/>
                  </a:ext>
                </a:extLst>
              </a:tr>
            </a:tbl>
          </a:graphicData>
        </a:graphic>
      </p:graphicFrame>
      <p:grpSp>
        <p:nvGrpSpPr>
          <p:cNvPr id="42" name="Group 41">
            <a:extLst>
              <a:ext uri="{FF2B5EF4-FFF2-40B4-BE49-F238E27FC236}">
                <a16:creationId xmlns:a16="http://schemas.microsoft.com/office/drawing/2014/main" id="{FFBAE7BA-265A-2758-87B2-2DB84C8758C7}"/>
              </a:ext>
            </a:extLst>
          </p:cNvPr>
          <p:cNvGrpSpPr/>
          <p:nvPr/>
        </p:nvGrpSpPr>
        <p:grpSpPr>
          <a:xfrm>
            <a:off x="9141639" y="2600714"/>
            <a:ext cx="413784" cy="406892"/>
            <a:chOff x="7186613" y="4868863"/>
            <a:chExt cx="796925" cy="800101"/>
          </a:xfrm>
          <a:solidFill>
            <a:srgbClr val="00ABAB"/>
          </a:solidFill>
        </p:grpSpPr>
        <p:sp>
          <p:nvSpPr>
            <p:cNvPr id="43" name="Freeform 57">
              <a:extLst>
                <a:ext uri="{FF2B5EF4-FFF2-40B4-BE49-F238E27FC236}">
                  <a16:creationId xmlns:a16="http://schemas.microsoft.com/office/drawing/2014/main" id="{1E8885E9-0584-FC02-0745-F64852D202F7}"/>
                </a:ext>
              </a:extLst>
            </p:cNvPr>
            <p:cNvSpPr>
              <a:spLocks noEditPoints="1"/>
            </p:cNvSpPr>
            <p:nvPr/>
          </p:nvSpPr>
          <p:spPr bwMode="auto">
            <a:xfrm>
              <a:off x="7343775" y="5300663"/>
              <a:ext cx="214313" cy="214313"/>
            </a:xfrm>
            <a:custGeom>
              <a:avLst/>
              <a:gdLst>
                <a:gd name="T0" fmla="*/ 32 w 64"/>
                <a:gd name="T1" fmla="*/ 0 h 64"/>
                <a:gd name="T2" fmla="*/ 0 w 64"/>
                <a:gd name="T3" fmla="*/ 32 h 64"/>
                <a:gd name="T4" fmla="*/ 32 w 64"/>
                <a:gd name="T5" fmla="*/ 64 h 64"/>
                <a:gd name="T6" fmla="*/ 64 w 64"/>
                <a:gd name="T7" fmla="*/ 32 h 64"/>
                <a:gd name="T8" fmla="*/ 32 w 64"/>
                <a:gd name="T9" fmla="*/ 0 h 64"/>
                <a:gd name="T10" fmla="*/ 32 w 64"/>
                <a:gd name="T11" fmla="*/ 54 h 64"/>
                <a:gd name="T12" fmla="*/ 9 w 64"/>
                <a:gd name="T13" fmla="*/ 32 h 64"/>
                <a:gd name="T14" fmla="*/ 32 w 64"/>
                <a:gd name="T15" fmla="*/ 9 h 64"/>
                <a:gd name="T16" fmla="*/ 54 w 64"/>
                <a:gd name="T17" fmla="*/ 32 h 64"/>
                <a:gd name="T18" fmla="*/ 32 w 64"/>
                <a:gd name="T19" fmla="*/ 5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64">
                  <a:moveTo>
                    <a:pt x="32" y="0"/>
                  </a:moveTo>
                  <a:cubicBezTo>
                    <a:pt x="14" y="0"/>
                    <a:pt x="0" y="14"/>
                    <a:pt x="0" y="32"/>
                  </a:cubicBezTo>
                  <a:cubicBezTo>
                    <a:pt x="0" y="49"/>
                    <a:pt x="14" y="64"/>
                    <a:pt x="32" y="64"/>
                  </a:cubicBezTo>
                  <a:cubicBezTo>
                    <a:pt x="50" y="64"/>
                    <a:pt x="64" y="49"/>
                    <a:pt x="64" y="32"/>
                  </a:cubicBezTo>
                  <a:cubicBezTo>
                    <a:pt x="64" y="14"/>
                    <a:pt x="50" y="0"/>
                    <a:pt x="32" y="0"/>
                  </a:cubicBezTo>
                  <a:close/>
                  <a:moveTo>
                    <a:pt x="32" y="54"/>
                  </a:moveTo>
                  <a:cubicBezTo>
                    <a:pt x="19" y="54"/>
                    <a:pt x="9" y="44"/>
                    <a:pt x="9" y="32"/>
                  </a:cubicBezTo>
                  <a:cubicBezTo>
                    <a:pt x="9" y="19"/>
                    <a:pt x="19" y="9"/>
                    <a:pt x="32" y="9"/>
                  </a:cubicBezTo>
                  <a:cubicBezTo>
                    <a:pt x="44" y="9"/>
                    <a:pt x="54" y="19"/>
                    <a:pt x="54" y="32"/>
                  </a:cubicBezTo>
                  <a:cubicBezTo>
                    <a:pt x="54" y="44"/>
                    <a:pt x="44" y="54"/>
                    <a:pt x="32" y="5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80682" tIns="40341" rIns="80682" bIns="4034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88" b="0" i="0" u="none" strike="noStrike" kern="1200" cap="none" spc="0" normalizeH="0" baseline="0" noProof="0">
                <a:ln>
                  <a:noFill/>
                </a:ln>
                <a:solidFill>
                  <a:prstClr val="black"/>
                </a:solidFill>
                <a:effectLst/>
                <a:uLnTx/>
                <a:uFillTx/>
                <a:latin typeface="Aptos"/>
                <a:ea typeface="+mn-ea"/>
                <a:cs typeface="+mn-cs"/>
              </a:endParaRPr>
            </a:p>
          </p:txBody>
        </p:sp>
        <p:sp>
          <p:nvSpPr>
            <p:cNvPr id="44" name="Freeform 58">
              <a:extLst>
                <a:ext uri="{FF2B5EF4-FFF2-40B4-BE49-F238E27FC236}">
                  <a16:creationId xmlns:a16="http://schemas.microsoft.com/office/drawing/2014/main" id="{9CB9C1A0-FDD3-E75A-258A-ECBED763CE72}"/>
                </a:ext>
              </a:extLst>
            </p:cNvPr>
            <p:cNvSpPr>
              <a:spLocks noEditPoints="1"/>
            </p:cNvSpPr>
            <p:nvPr/>
          </p:nvSpPr>
          <p:spPr bwMode="auto">
            <a:xfrm>
              <a:off x="7186613" y="5143501"/>
              <a:ext cx="525463" cy="525463"/>
            </a:xfrm>
            <a:custGeom>
              <a:avLst/>
              <a:gdLst>
                <a:gd name="T0" fmla="*/ 136 w 157"/>
                <a:gd name="T1" fmla="*/ 61 h 157"/>
                <a:gd name="T2" fmla="*/ 141 w 157"/>
                <a:gd name="T3" fmla="*/ 37 h 157"/>
                <a:gd name="T4" fmla="*/ 126 w 157"/>
                <a:gd name="T5" fmla="*/ 16 h 157"/>
                <a:gd name="T6" fmla="*/ 107 w 157"/>
                <a:gd name="T7" fmla="*/ 26 h 157"/>
                <a:gd name="T8" fmla="*/ 94 w 157"/>
                <a:gd name="T9" fmla="*/ 5 h 157"/>
                <a:gd name="T10" fmla="*/ 68 w 157"/>
                <a:gd name="T11" fmla="*/ 1 h 157"/>
                <a:gd name="T12" fmla="*/ 62 w 157"/>
                <a:gd name="T13" fmla="*/ 22 h 157"/>
                <a:gd name="T14" fmla="*/ 37 w 157"/>
                <a:gd name="T15" fmla="*/ 16 h 157"/>
                <a:gd name="T16" fmla="*/ 24 w 157"/>
                <a:gd name="T17" fmla="*/ 23 h 157"/>
                <a:gd name="T18" fmla="*/ 16 w 157"/>
                <a:gd name="T19" fmla="*/ 31 h 157"/>
                <a:gd name="T20" fmla="*/ 27 w 157"/>
                <a:gd name="T21" fmla="*/ 51 h 157"/>
                <a:gd name="T22" fmla="*/ 5 w 157"/>
                <a:gd name="T23" fmla="*/ 64 h 157"/>
                <a:gd name="T24" fmla="*/ 0 w 157"/>
                <a:gd name="T25" fmla="*/ 78 h 157"/>
                <a:gd name="T26" fmla="*/ 1 w 157"/>
                <a:gd name="T27" fmla="*/ 89 h 157"/>
                <a:gd name="T28" fmla="*/ 22 w 157"/>
                <a:gd name="T29" fmla="*/ 96 h 157"/>
                <a:gd name="T30" fmla="*/ 16 w 157"/>
                <a:gd name="T31" fmla="*/ 120 h 157"/>
                <a:gd name="T32" fmla="*/ 23 w 157"/>
                <a:gd name="T33" fmla="*/ 133 h 157"/>
                <a:gd name="T34" fmla="*/ 32 w 157"/>
                <a:gd name="T35" fmla="*/ 141 h 157"/>
                <a:gd name="T36" fmla="*/ 51 w 157"/>
                <a:gd name="T37" fmla="*/ 131 h 157"/>
                <a:gd name="T38" fmla="*/ 64 w 157"/>
                <a:gd name="T39" fmla="*/ 152 h 157"/>
                <a:gd name="T40" fmla="*/ 79 w 157"/>
                <a:gd name="T41" fmla="*/ 157 h 157"/>
                <a:gd name="T42" fmla="*/ 94 w 157"/>
                <a:gd name="T43" fmla="*/ 152 h 157"/>
                <a:gd name="T44" fmla="*/ 107 w 157"/>
                <a:gd name="T45" fmla="*/ 131 h 157"/>
                <a:gd name="T46" fmla="*/ 126 w 157"/>
                <a:gd name="T47" fmla="*/ 141 h 157"/>
                <a:gd name="T48" fmla="*/ 141 w 157"/>
                <a:gd name="T49" fmla="*/ 120 h 157"/>
                <a:gd name="T50" fmla="*/ 136 w 157"/>
                <a:gd name="T51" fmla="*/ 96 h 157"/>
                <a:gd name="T52" fmla="*/ 156 w 157"/>
                <a:gd name="T53" fmla="*/ 89 h 157"/>
                <a:gd name="T54" fmla="*/ 156 w 157"/>
                <a:gd name="T55" fmla="*/ 68 h 157"/>
                <a:gd name="T56" fmla="*/ 147 w 157"/>
                <a:gd name="T57" fmla="*/ 85 h 157"/>
                <a:gd name="T58" fmla="*/ 127 w 157"/>
                <a:gd name="T59" fmla="*/ 90 h 157"/>
                <a:gd name="T60" fmla="*/ 122 w 157"/>
                <a:gd name="T61" fmla="*/ 110 h 157"/>
                <a:gd name="T62" fmla="*/ 123 w 157"/>
                <a:gd name="T63" fmla="*/ 131 h 157"/>
                <a:gd name="T64" fmla="*/ 105 w 157"/>
                <a:gd name="T65" fmla="*/ 121 h 157"/>
                <a:gd name="T66" fmla="*/ 87 w 157"/>
                <a:gd name="T67" fmla="*/ 131 h 157"/>
                <a:gd name="T68" fmla="*/ 73 w 157"/>
                <a:gd name="T69" fmla="*/ 147 h 157"/>
                <a:gd name="T70" fmla="*/ 67 w 157"/>
                <a:gd name="T71" fmla="*/ 127 h 157"/>
                <a:gd name="T72" fmla="*/ 48 w 157"/>
                <a:gd name="T73" fmla="*/ 121 h 157"/>
                <a:gd name="T74" fmla="*/ 31 w 157"/>
                <a:gd name="T75" fmla="*/ 128 h 157"/>
                <a:gd name="T76" fmla="*/ 26 w 157"/>
                <a:gd name="T77" fmla="*/ 123 h 157"/>
                <a:gd name="T78" fmla="*/ 36 w 157"/>
                <a:gd name="T79" fmla="*/ 105 h 157"/>
                <a:gd name="T80" fmla="*/ 27 w 157"/>
                <a:gd name="T81" fmla="*/ 87 h 157"/>
                <a:gd name="T82" fmla="*/ 10 w 157"/>
                <a:gd name="T83" fmla="*/ 80 h 157"/>
                <a:gd name="T84" fmla="*/ 10 w 157"/>
                <a:gd name="T85" fmla="*/ 73 h 157"/>
                <a:gd name="T86" fmla="*/ 31 w 157"/>
                <a:gd name="T87" fmla="*/ 67 h 157"/>
                <a:gd name="T88" fmla="*/ 36 w 157"/>
                <a:gd name="T89" fmla="*/ 47 h 157"/>
                <a:gd name="T90" fmla="*/ 30 w 157"/>
                <a:gd name="T91" fmla="*/ 31 h 157"/>
                <a:gd name="T92" fmla="*/ 35 w 157"/>
                <a:gd name="T93" fmla="*/ 26 h 157"/>
                <a:gd name="T94" fmla="*/ 53 w 157"/>
                <a:gd name="T95" fmla="*/ 36 h 157"/>
                <a:gd name="T96" fmla="*/ 71 w 157"/>
                <a:gd name="T97" fmla="*/ 26 h 157"/>
                <a:gd name="T98" fmla="*/ 85 w 157"/>
                <a:gd name="T99" fmla="*/ 10 h 157"/>
                <a:gd name="T100" fmla="*/ 91 w 157"/>
                <a:gd name="T101" fmla="*/ 30 h 157"/>
                <a:gd name="T102" fmla="*/ 110 w 157"/>
                <a:gd name="T103" fmla="*/ 36 h 157"/>
                <a:gd name="T104" fmla="*/ 131 w 157"/>
                <a:gd name="T105" fmla="*/ 34 h 157"/>
                <a:gd name="T106" fmla="*/ 121 w 157"/>
                <a:gd name="T107" fmla="*/ 53 h 157"/>
                <a:gd name="T108" fmla="*/ 131 w 157"/>
                <a:gd name="T109" fmla="*/ 71 h 157"/>
                <a:gd name="T110" fmla="*/ 148 w 157"/>
                <a:gd name="T111" fmla="*/ 79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57" h="157">
                  <a:moveTo>
                    <a:pt x="152" y="64"/>
                  </a:moveTo>
                  <a:cubicBezTo>
                    <a:pt x="136" y="61"/>
                    <a:pt x="136" y="61"/>
                    <a:pt x="136" y="61"/>
                  </a:cubicBezTo>
                  <a:cubicBezTo>
                    <a:pt x="134" y="58"/>
                    <a:pt x="133" y="54"/>
                    <a:pt x="131" y="51"/>
                  </a:cubicBezTo>
                  <a:cubicBezTo>
                    <a:pt x="141" y="37"/>
                    <a:pt x="141" y="37"/>
                    <a:pt x="141" y="37"/>
                  </a:cubicBezTo>
                  <a:cubicBezTo>
                    <a:pt x="143" y="35"/>
                    <a:pt x="143" y="33"/>
                    <a:pt x="141" y="31"/>
                  </a:cubicBezTo>
                  <a:cubicBezTo>
                    <a:pt x="137" y="26"/>
                    <a:pt x="132" y="20"/>
                    <a:pt x="126" y="16"/>
                  </a:cubicBezTo>
                  <a:cubicBezTo>
                    <a:pt x="124" y="15"/>
                    <a:pt x="122" y="15"/>
                    <a:pt x="120" y="16"/>
                  </a:cubicBezTo>
                  <a:cubicBezTo>
                    <a:pt x="107" y="26"/>
                    <a:pt x="107" y="26"/>
                    <a:pt x="107" y="26"/>
                  </a:cubicBezTo>
                  <a:cubicBezTo>
                    <a:pt x="103" y="25"/>
                    <a:pt x="100" y="23"/>
                    <a:pt x="96" y="22"/>
                  </a:cubicBezTo>
                  <a:cubicBezTo>
                    <a:pt x="94" y="5"/>
                    <a:pt x="94" y="5"/>
                    <a:pt x="94" y="5"/>
                  </a:cubicBezTo>
                  <a:cubicBezTo>
                    <a:pt x="94" y="3"/>
                    <a:pt x="92" y="1"/>
                    <a:pt x="90" y="1"/>
                  </a:cubicBezTo>
                  <a:cubicBezTo>
                    <a:pt x="82" y="0"/>
                    <a:pt x="75" y="0"/>
                    <a:pt x="68" y="1"/>
                  </a:cubicBezTo>
                  <a:cubicBezTo>
                    <a:pt x="66" y="1"/>
                    <a:pt x="64" y="3"/>
                    <a:pt x="64" y="5"/>
                  </a:cubicBezTo>
                  <a:cubicBezTo>
                    <a:pt x="62" y="22"/>
                    <a:pt x="62" y="22"/>
                    <a:pt x="62" y="22"/>
                  </a:cubicBezTo>
                  <a:cubicBezTo>
                    <a:pt x="58" y="23"/>
                    <a:pt x="54" y="25"/>
                    <a:pt x="51" y="26"/>
                  </a:cubicBezTo>
                  <a:cubicBezTo>
                    <a:pt x="37" y="16"/>
                    <a:pt x="37" y="16"/>
                    <a:pt x="37" y="16"/>
                  </a:cubicBezTo>
                  <a:cubicBezTo>
                    <a:pt x="36" y="15"/>
                    <a:pt x="33" y="15"/>
                    <a:pt x="32" y="16"/>
                  </a:cubicBezTo>
                  <a:cubicBezTo>
                    <a:pt x="29" y="18"/>
                    <a:pt x="26" y="20"/>
                    <a:pt x="24" y="23"/>
                  </a:cubicBezTo>
                  <a:cubicBezTo>
                    <a:pt x="23" y="24"/>
                    <a:pt x="23" y="24"/>
                    <a:pt x="23" y="24"/>
                  </a:cubicBezTo>
                  <a:cubicBezTo>
                    <a:pt x="20" y="26"/>
                    <a:pt x="18" y="29"/>
                    <a:pt x="16" y="31"/>
                  </a:cubicBezTo>
                  <a:cubicBezTo>
                    <a:pt x="15" y="33"/>
                    <a:pt x="15" y="35"/>
                    <a:pt x="16" y="37"/>
                  </a:cubicBezTo>
                  <a:cubicBezTo>
                    <a:pt x="27" y="51"/>
                    <a:pt x="27" y="51"/>
                    <a:pt x="27" y="51"/>
                  </a:cubicBezTo>
                  <a:cubicBezTo>
                    <a:pt x="25" y="54"/>
                    <a:pt x="23" y="58"/>
                    <a:pt x="22" y="61"/>
                  </a:cubicBezTo>
                  <a:cubicBezTo>
                    <a:pt x="5" y="64"/>
                    <a:pt x="5" y="64"/>
                    <a:pt x="5" y="64"/>
                  </a:cubicBezTo>
                  <a:cubicBezTo>
                    <a:pt x="3" y="64"/>
                    <a:pt x="2" y="66"/>
                    <a:pt x="1" y="68"/>
                  </a:cubicBezTo>
                  <a:cubicBezTo>
                    <a:pt x="1" y="71"/>
                    <a:pt x="1" y="74"/>
                    <a:pt x="0" y="78"/>
                  </a:cubicBezTo>
                  <a:cubicBezTo>
                    <a:pt x="0" y="80"/>
                    <a:pt x="0" y="80"/>
                    <a:pt x="0" y="80"/>
                  </a:cubicBezTo>
                  <a:cubicBezTo>
                    <a:pt x="1" y="83"/>
                    <a:pt x="1" y="86"/>
                    <a:pt x="1" y="89"/>
                  </a:cubicBezTo>
                  <a:cubicBezTo>
                    <a:pt x="2" y="92"/>
                    <a:pt x="3" y="93"/>
                    <a:pt x="5" y="94"/>
                  </a:cubicBezTo>
                  <a:cubicBezTo>
                    <a:pt x="22" y="96"/>
                    <a:pt x="22" y="96"/>
                    <a:pt x="22" y="96"/>
                  </a:cubicBezTo>
                  <a:cubicBezTo>
                    <a:pt x="23" y="100"/>
                    <a:pt x="25" y="103"/>
                    <a:pt x="27" y="107"/>
                  </a:cubicBezTo>
                  <a:cubicBezTo>
                    <a:pt x="16" y="120"/>
                    <a:pt x="16" y="120"/>
                    <a:pt x="16" y="120"/>
                  </a:cubicBezTo>
                  <a:cubicBezTo>
                    <a:pt x="15" y="122"/>
                    <a:pt x="15" y="124"/>
                    <a:pt x="16" y="126"/>
                  </a:cubicBezTo>
                  <a:cubicBezTo>
                    <a:pt x="18" y="128"/>
                    <a:pt x="20" y="131"/>
                    <a:pt x="23" y="133"/>
                  </a:cubicBezTo>
                  <a:cubicBezTo>
                    <a:pt x="24" y="135"/>
                    <a:pt x="24" y="135"/>
                    <a:pt x="24" y="135"/>
                  </a:cubicBezTo>
                  <a:cubicBezTo>
                    <a:pt x="26" y="137"/>
                    <a:pt x="29" y="139"/>
                    <a:pt x="32" y="141"/>
                  </a:cubicBezTo>
                  <a:cubicBezTo>
                    <a:pt x="33" y="142"/>
                    <a:pt x="36" y="142"/>
                    <a:pt x="37" y="141"/>
                  </a:cubicBezTo>
                  <a:cubicBezTo>
                    <a:pt x="51" y="131"/>
                    <a:pt x="51" y="131"/>
                    <a:pt x="51" y="131"/>
                  </a:cubicBezTo>
                  <a:cubicBezTo>
                    <a:pt x="54" y="133"/>
                    <a:pt x="58" y="134"/>
                    <a:pt x="62" y="135"/>
                  </a:cubicBezTo>
                  <a:cubicBezTo>
                    <a:pt x="64" y="152"/>
                    <a:pt x="64" y="152"/>
                    <a:pt x="64" y="152"/>
                  </a:cubicBezTo>
                  <a:cubicBezTo>
                    <a:pt x="64" y="154"/>
                    <a:pt x="66" y="156"/>
                    <a:pt x="68" y="156"/>
                  </a:cubicBezTo>
                  <a:cubicBezTo>
                    <a:pt x="72" y="157"/>
                    <a:pt x="75" y="157"/>
                    <a:pt x="79" y="157"/>
                  </a:cubicBezTo>
                  <a:cubicBezTo>
                    <a:pt x="82" y="157"/>
                    <a:pt x="86" y="157"/>
                    <a:pt x="90" y="156"/>
                  </a:cubicBezTo>
                  <a:cubicBezTo>
                    <a:pt x="92" y="156"/>
                    <a:pt x="94" y="154"/>
                    <a:pt x="94" y="152"/>
                  </a:cubicBezTo>
                  <a:cubicBezTo>
                    <a:pt x="96" y="135"/>
                    <a:pt x="96" y="135"/>
                    <a:pt x="96" y="135"/>
                  </a:cubicBezTo>
                  <a:cubicBezTo>
                    <a:pt x="100" y="134"/>
                    <a:pt x="103" y="133"/>
                    <a:pt x="107" y="131"/>
                  </a:cubicBezTo>
                  <a:cubicBezTo>
                    <a:pt x="120" y="141"/>
                    <a:pt x="120" y="141"/>
                    <a:pt x="120" y="141"/>
                  </a:cubicBezTo>
                  <a:cubicBezTo>
                    <a:pt x="122" y="142"/>
                    <a:pt x="124" y="142"/>
                    <a:pt x="126" y="141"/>
                  </a:cubicBezTo>
                  <a:cubicBezTo>
                    <a:pt x="132" y="137"/>
                    <a:pt x="137" y="132"/>
                    <a:pt x="141" y="126"/>
                  </a:cubicBezTo>
                  <a:cubicBezTo>
                    <a:pt x="143" y="124"/>
                    <a:pt x="143" y="122"/>
                    <a:pt x="141" y="120"/>
                  </a:cubicBezTo>
                  <a:cubicBezTo>
                    <a:pt x="131" y="107"/>
                    <a:pt x="131" y="107"/>
                    <a:pt x="131" y="107"/>
                  </a:cubicBezTo>
                  <a:cubicBezTo>
                    <a:pt x="133" y="103"/>
                    <a:pt x="134" y="99"/>
                    <a:pt x="136" y="96"/>
                  </a:cubicBezTo>
                  <a:cubicBezTo>
                    <a:pt x="152" y="94"/>
                    <a:pt x="152" y="94"/>
                    <a:pt x="152" y="94"/>
                  </a:cubicBezTo>
                  <a:cubicBezTo>
                    <a:pt x="154" y="93"/>
                    <a:pt x="156" y="92"/>
                    <a:pt x="156" y="89"/>
                  </a:cubicBezTo>
                  <a:cubicBezTo>
                    <a:pt x="157" y="86"/>
                    <a:pt x="157" y="82"/>
                    <a:pt x="157" y="79"/>
                  </a:cubicBezTo>
                  <a:cubicBezTo>
                    <a:pt x="157" y="75"/>
                    <a:pt x="157" y="71"/>
                    <a:pt x="156" y="68"/>
                  </a:cubicBezTo>
                  <a:cubicBezTo>
                    <a:pt x="156" y="66"/>
                    <a:pt x="154" y="64"/>
                    <a:pt x="152" y="64"/>
                  </a:cubicBezTo>
                  <a:close/>
                  <a:moveTo>
                    <a:pt x="147" y="85"/>
                  </a:moveTo>
                  <a:cubicBezTo>
                    <a:pt x="131" y="87"/>
                    <a:pt x="131" y="87"/>
                    <a:pt x="131" y="87"/>
                  </a:cubicBezTo>
                  <a:cubicBezTo>
                    <a:pt x="129" y="87"/>
                    <a:pt x="128" y="88"/>
                    <a:pt x="127" y="90"/>
                  </a:cubicBezTo>
                  <a:cubicBezTo>
                    <a:pt x="126" y="95"/>
                    <a:pt x="124" y="100"/>
                    <a:pt x="121" y="104"/>
                  </a:cubicBezTo>
                  <a:cubicBezTo>
                    <a:pt x="120" y="106"/>
                    <a:pt x="120" y="108"/>
                    <a:pt x="122" y="110"/>
                  </a:cubicBezTo>
                  <a:cubicBezTo>
                    <a:pt x="131" y="123"/>
                    <a:pt x="131" y="123"/>
                    <a:pt x="131" y="123"/>
                  </a:cubicBezTo>
                  <a:cubicBezTo>
                    <a:pt x="129" y="126"/>
                    <a:pt x="126" y="129"/>
                    <a:pt x="123" y="131"/>
                  </a:cubicBezTo>
                  <a:cubicBezTo>
                    <a:pt x="110" y="121"/>
                    <a:pt x="110" y="121"/>
                    <a:pt x="110" y="121"/>
                  </a:cubicBezTo>
                  <a:cubicBezTo>
                    <a:pt x="109" y="120"/>
                    <a:pt x="106" y="120"/>
                    <a:pt x="105" y="121"/>
                  </a:cubicBezTo>
                  <a:cubicBezTo>
                    <a:pt x="100" y="124"/>
                    <a:pt x="96" y="126"/>
                    <a:pt x="91" y="127"/>
                  </a:cubicBezTo>
                  <a:cubicBezTo>
                    <a:pt x="89" y="127"/>
                    <a:pt x="87" y="129"/>
                    <a:pt x="87" y="131"/>
                  </a:cubicBezTo>
                  <a:cubicBezTo>
                    <a:pt x="85" y="147"/>
                    <a:pt x="85" y="147"/>
                    <a:pt x="85" y="147"/>
                  </a:cubicBezTo>
                  <a:cubicBezTo>
                    <a:pt x="81" y="147"/>
                    <a:pt x="77" y="147"/>
                    <a:pt x="73" y="147"/>
                  </a:cubicBezTo>
                  <a:cubicBezTo>
                    <a:pt x="71" y="131"/>
                    <a:pt x="71" y="131"/>
                    <a:pt x="71" y="131"/>
                  </a:cubicBezTo>
                  <a:cubicBezTo>
                    <a:pt x="71" y="129"/>
                    <a:pt x="69" y="127"/>
                    <a:pt x="67" y="127"/>
                  </a:cubicBezTo>
                  <a:cubicBezTo>
                    <a:pt x="62" y="126"/>
                    <a:pt x="57" y="124"/>
                    <a:pt x="53" y="121"/>
                  </a:cubicBezTo>
                  <a:cubicBezTo>
                    <a:pt x="51" y="120"/>
                    <a:pt x="49" y="120"/>
                    <a:pt x="48" y="121"/>
                  </a:cubicBezTo>
                  <a:cubicBezTo>
                    <a:pt x="35" y="131"/>
                    <a:pt x="35" y="131"/>
                    <a:pt x="35" y="131"/>
                  </a:cubicBezTo>
                  <a:cubicBezTo>
                    <a:pt x="33" y="130"/>
                    <a:pt x="32" y="129"/>
                    <a:pt x="31" y="128"/>
                  </a:cubicBezTo>
                  <a:cubicBezTo>
                    <a:pt x="30" y="127"/>
                    <a:pt x="30" y="127"/>
                    <a:pt x="30" y="127"/>
                  </a:cubicBezTo>
                  <a:cubicBezTo>
                    <a:pt x="28" y="125"/>
                    <a:pt x="27" y="124"/>
                    <a:pt x="26" y="123"/>
                  </a:cubicBezTo>
                  <a:cubicBezTo>
                    <a:pt x="36" y="110"/>
                    <a:pt x="36" y="110"/>
                    <a:pt x="36" y="110"/>
                  </a:cubicBezTo>
                  <a:cubicBezTo>
                    <a:pt x="37" y="108"/>
                    <a:pt x="38" y="106"/>
                    <a:pt x="36" y="105"/>
                  </a:cubicBezTo>
                  <a:cubicBezTo>
                    <a:pt x="34" y="100"/>
                    <a:pt x="32" y="95"/>
                    <a:pt x="31" y="90"/>
                  </a:cubicBezTo>
                  <a:cubicBezTo>
                    <a:pt x="30" y="88"/>
                    <a:pt x="28" y="87"/>
                    <a:pt x="27" y="87"/>
                  </a:cubicBezTo>
                  <a:cubicBezTo>
                    <a:pt x="10" y="84"/>
                    <a:pt x="10" y="84"/>
                    <a:pt x="10" y="84"/>
                  </a:cubicBezTo>
                  <a:cubicBezTo>
                    <a:pt x="10" y="83"/>
                    <a:pt x="10" y="81"/>
                    <a:pt x="10" y="80"/>
                  </a:cubicBezTo>
                  <a:cubicBezTo>
                    <a:pt x="10" y="78"/>
                    <a:pt x="10" y="78"/>
                    <a:pt x="10" y="78"/>
                  </a:cubicBezTo>
                  <a:cubicBezTo>
                    <a:pt x="10" y="76"/>
                    <a:pt x="10" y="74"/>
                    <a:pt x="10" y="73"/>
                  </a:cubicBezTo>
                  <a:cubicBezTo>
                    <a:pt x="27" y="71"/>
                    <a:pt x="27" y="71"/>
                    <a:pt x="27" y="71"/>
                  </a:cubicBezTo>
                  <a:cubicBezTo>
                    <a:pt x="28" y="70"/>
                    <a:pt x="30" y="69"/>
                    <a:pt x="31" y="67"/>
                  </a:cubicBezTo>
                  <a:cubicBezTo>
                    <a:pt x="32" y="62"/>
                    <a:pt x="34" y="57"/>
                    <a:pt x="36" y="53"/>
                  </a:cubicBezTo>
                  <a:cubicBezTo>
                    <a:pt x="38" y="51"/>
                    <a:pt x="37" y="49"/>
                    <a:pt x="36" y="47"/>
                  </a:cubicBezTo>
                  <a:cubicBezTo>
                    <a:pt x="26" y="34"/>
                    <a:pt x="26" y="34"/>
                    <a:pt x="26" y="34"/>
                  </a:cubicBezTo>
                  <a:cubicBezTo>
                    <a:pt x="27" y="33"/>
                    <a:pt x="28" y="32"/>
                    <a:pt x="30" y="31"/>
                  </a:cubicBezTo>
                  <a:cubicBezTo>
                    <a:pt x="31" y="29"/>
                    <a:pt x="31" y="29"/>
                    <a:pt x="31" y="29"/>
                  </a:cubicBezTo>
                  <a:cubicBezTo>
                    <a:pt x="32" y="28"/>
                    <a:pt x="33" y="27"/>
                    <a:pt x="35" y="26"/>
                  </a:cubicBezTo>
                  <a:cubicBezTo>
                    <a:pt x="48" y="36"/>
                    <a:pt x="48" y="36"/>
                    <a:pt x="48" y="36"/>
                  </a:cubicBezTo>
                  <a:cubicBezTo>
                    <a:pt x="49" y="37"/>
                    <a:pt x="51" y="37"/>
                    <a:pt x="53" y="36"/>
                  </a:cubicBezTo>
                  <a:cubicBezTo>
                    <a:pt x="57" y="34"/>
                    <a:pt x="62" y="32"/>
                    <a:pt x="67" y="30"/>
                  </a:cubicBezTo>
                  <a:cubicBezTo>
                    <a:pt x="69" y="30"/>
                    <a:pt x="71" y="28"/>
                    <a:pt x="71" y="26"/>
                  </a:cubicBezTo>
                  <a:cubicBezTo>
                    <a:pt x="73" y="10"/>
                    <a:pt x="73" y="10"/>
                    <a:pt x="73" y="10"/>
                  </a:cubicBezTo>
                  <a:cubicBezTo>
                    <a:pt x="77" y="10"/>
                    <a:pt x="81" y="10"/>
                    <a:pt x="85" y="10"/>
                  </a:cubicBezTo>
                  <a:cubicBezTo>
                    <a:pt x="87" y="26"/>
                    <a:pt x="87" y="26"/>
                    <a:pt x="87" y="26"/>
                  </a:cubicBezTo>
                  <a:cubicBezTo>
                    <a:pt x="87" y="28"/>
                    <a:pt x="89" y="30"/>
                    <a:pt x="91" y="30"/>
                  </a:cubicBezTo>
                  <a:cubicBezTo>
                    <a:pt x="96" y="32"/>
                    <a:pt x="100" y="34"/>
                    <a:pt x="105" y="36"/>
                  </a:cubicBezTo>
                  <a:cubicBezTo>
                    <a:pt x="106" y="37"/>
                    <a:pt x="109" y="37"/>
                    <a:pt x="110" y="36"/>
                  </a:cubicBezTo>
                  <a:cubicBezTo>
                    <a:pt x="123" y="26"/>
                    <a:pt x="123" y="26"/>
                    <a:pt x="123" y="26"/>
                  </a:cubicBezTo>
                  <a:cubicBezTo>
                    <a:pt x="126" y="29"/>
                    <a:pt x="129" y="31"/>
                    <a:pt x="131" y="34"/>
                  </a:cubicBezTo>
                  <a:cubicBezTo>
                    <a:pt x="122" y="47"/>
                    <a:pt x="122" y="47"/>
                    <a:pt x="122" y="47"/>
                  </a:cubicBezTo>
                  <a:cubicBezTo>
                    <a:pt x="120" y="49"/>
                    <a:pt x="120" y="51"/>
                    <a:pt x="121" y="53"/>
                  </a:cubicBezTo>
                  <a:cubicBezTo>
                    <a:pt x="124" y="57"/>
                    <a:pt x="126" y="62"/>
                    <a:pt x="127" y="67"/>
                  </a:cubicBezTo>
                  <a:cubicBezTo>
                    <a:pt x="128" y="69"/>
                    <a:pt x="129" y="70"/>
                    <a:pt x="131" y="71"/>
                  </a:cubicBezTo>
                  <a:cubicBezTo>
                    <a:pt x="147" y="73"/>
                    <a:pt x="147" y="73"/>
                    <a:pt x="147" y="73"/>
                  </a:cubicBezTo>
                  <a:cubicBezTo>
                    <a:pt x="148" y="75"/>
                    <a:pt x="148" y="77"/>
                    <a:pt x="148" y="79"/>
                  </a:cubicBezTo>
                  <a:cubicBezTo>
                    <a:pt x="148" y="81"/>
                    <a:pt x="148" y="83"/>
                    <a:pt x="147" y="85"/>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80682" tIns="40341" rIns="80682" bIns="4034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88" b="0" i="0" u="none" strike="noStrike" kern="1200" cap="none" spc="0" normalizeH="0" baseline="0" noProof="0">
                <a:ln>
                  <a:noFill/>
                </a:ln>
                <a:solidFill>
                  <a:prstClr val="black"/>
                </a:solidFill>
                <a:effectLst/>
                <a:uLnTx/>
                <a:uFillTx/>
                <a:latin typeface="Aptos"/>
                <a:ea typeface="+mn-ea"/>
                <a:cs typeface="+mn-cs"/>
              </a:endParaRPr>
            </a:p>
          </p:txBody>
        </p:sp>
        <p:sp>
          <p:nvSpPr>
            <p:cNvPr id="45" name="Freeform 59">
              <a:extLst>
                <a:ext uri="{FF2B5EF4-FFF2-40B4-BE49-F238E27FC236}">
                  <a16:creationId xmlns:a16="http://schemas.microsoft.com/office/drawing/2014/main" id="{D2850A62-AFB3-C498-6328-7B45A0BB2F40}"/>
                </a:ext>
              </a:extLst>
            </p:cNvPr>
            <p:cNvSpPr>
              <a:spLocks noEditPoints="1"/>
            </p:cNvSpPr>
            <p:nvPr/>
          </p:nvSpPr>
          <p:spPr bwMode="auto">
            <a:xfrm>
              <a:off x="7718425" y="4983163"/>
              <a:ext cx="153988" cy="153988"/>
            </a:xfrm>
            <a:custGeom>
              <a:avLst/>
              <a:gdLst>
                <a:gd name="T0" fmla="*/ 31 w 46"/>
                <a:gd name="T1" fmla="*/ 2 h 46"/>
                <a:gd name="T2" fmla="*/ 23 w 46"/>
                <a:gd name="T3" fmla="*/ 0 h 46"/>
                <a:gd name="T4" fmla="*/ 2 w 46"/>
                <a:gd name="T5" fmla="*/ 14 h 46"/>
                <a:gd name="T6" fmla="*/ 2 w 46"/>
                <a:gd name="T7" fmla="*/ 32 h 46"/>
                <a:gd name="T8" fmla="*/ 14 w 46"/>
                <a:gd name="T9" fmla="*/ 44 h 46"/>
                <a:gd name="T10" fmla="*/ 23 w 46"/>
                <a:gd name="T11" fmla="*/ 46 h 46"/>
                <a:gd name="T12" fmla="*/ 43 w 46"/>
                <a:gd name="T13" fmla="*/ 32 h 46"/>
                <a:gd name="T14" fmla="*/ 43 w 46"/>
                <a:gd name="T15" fmla="*/ 14 h 46"/>
                <a:gd name="T16" fmla="*/ 31 w 46"/>
                <a:gd name="T17" fmla="*/ 2 h 46"/>
                <a:gd name="T18" fmla="*/ 35 w 46"/>
                <a:gd name="T19" fmla="*/ 28 h 46"/>
                <a:gd name="T20" fmla="*/ 23 w 46"/>
                <a:gd name="T21" fmla="*/ 36 h 46"/>
                <a:gd name="T22" fmla="*/ 18 w 46"/>
                <a:gd name="T23" fmla="*/ 35 h 46"/>
                <a:gd name="T24" fmla="*/ 11 w 46"/>
                <a:gd name="T25" fmla="*/ 28 h 46"/>
                <a:gd name="T26" fmla="*/ 11 w 46"/>
                <a:gd name="T27" fmla="*/ 18 h 46"/>
                <a:gd name="T28" fmla="*/ 23 w 46"/>
                <a:gd name="T29" fmla="*/ 10 h 46"/>
                <a:gd name="T30" fmla="*/ 28 w 46"/>
                <a:gd name="T31" fmla="*/ 11 h 46"/>
                <a:gd name="T32" fmla="*/ 35 w 46"/>
                <a:gd name="T33" fmla="*/ 18 h 46"/>
                <a:gd name="T34" fmla="*/ 35 w 46"/>
                <a:gd name="T35" fmla="*/ 28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6" h="46">
                  <a:moveTo>
                    <a:pt x="31" y="2"/>
                  </a:moveTo>
                  <a:cubicBezTo>
                    <a:pt x="28" y="1"/>
                    <a:pt x="26" y="0"/>
                    <a:pt x="23" y="0"/>
                  </a:cubicBezTo>
                  <a:cubicBezTo>
                    <a:pt x="13" y="0"/>
                    <a:pt x="5" y="6"/>
                    <a:pt x="2" y="14"/>
                  </a:cubicBezTo>
                  <a:cubicBezTo>
                    <a:pt x="0" y="20"/>
                    <a:pt x="0" y="26"/>
                    <a:pt x="2" y="32"/>
                  </a:cubicBezTo>
                  <a:cubicBezTo>
                    <a:pt x="4" y="37"/>
                    <a:pt x="9" y="42"/>
                    <a:pt x="14" y="44"/>
                  </a:cubicBezTo>
                  <a:cubicBezTo>
                    <a:pt x="17" y="45"/>
                    <a:pt x="20" y="46"/>
                    <a:pt x="23" y="46"/>
                  </a:cubicBezTo>
                  <a:cubicBezTo>
                    <a:pt x="32" y="46"/>
                    <a:pt x="40" y="40"/>
                    <a:pt x="43" y="32"/>
                  </a:cubicBezTo>
                  <a:cubicBezTo>
                    <a:pt x="46" y="26"/>
                    <a:pt x="46" y="20"/>
                    <a:pt x="43" y="14"/>
                  </a:cubicBezTo>
                  <a:cubicBezTo>
                    <a:pt x="41" y="9"/>
                    <a:pt x="37" y="4"/>
                    <a:pt x="31" y="2"/>
                  </a:cubicBezTo>
                  <a:close/>
                  <a:moveTo>
                    <a:pt x="35" y="28"/>
                  </a:moveTo>
                  <a:cubicBezTo>
                    <a:pt x="33" y="33"/>
                    <a:pt x="28" y="36"/>
                    <a:pt x="23" y="36"/>
                  </a:cubicBezTo>
                  <a:cubicBezTo>
                    <a:pt x="21" y="36"/>
                    <a:pt x="19" y="36"/>
                    <a:pt x="18" y="35"/>
                  </a:cubicBezTo>
                  <a:cubicBezTo>
                    <a:pt x="15" y="34"/>
                    <a:pt x="12" y="31"/>
                    <a:pt x="11" y="28"/>
                  </a:cubicBezTo>
                  <a:cubicBezTo>
                    <a:pt x="9" y="25"/>
                    <a:pt x="9" y="21"/>
                    <a:pt x="11" y="18"/>
                  </a:cubicBezTo>
                  <a:cubicBezTo>
                    <a:pt x="13" y="13"/>
                    <a:pt x="17" y="10"/>
                    <a:pt x="23" y="10"/>
                  </a:cubicBezTo>
                  <a:cubicBezTo>
                    <a:pt x="24" y="10"/>
                    <a:pt x="26" y="10"/>
                    <a:pt x="28" y="11"/>
                  </a:cubicBezTo>
                  <a:cubicBezTo>
                    <a:pt x="31" y="12"/>
                    <a:pt x="33" y="15"/>
                    <a:pt x="35" y="18"/>
                  </a:cubicBezTo>
                  <a:cubicBezTo>
                    <a:pt x="36" y="21"/>
                    <a:pt x="36" y="25"/>
                    <a:pt x="35" y="28"/>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80682" tIns="40341" rIns="80682" bIns="4034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88" b="0" i="0" u="none" strike="noStrike" kern="1200" cap="none" spc="0" normalizeH="0" baseline="0" noProof="0">
                <a:ln>
                  <a:noFill/>
                </a:ln>
                <a:solidFill>
                  <a:prstClr val="black"/>
                </a:solidFill>
                <a:effectLst/>
                <a:uLnTx/>
                <a:uFillTx/>
                <a:latin typeface="Aptos"/>
                <a:ea typeface="+mn-ea"/>
                <a:cs typeface="+mn-cs"/>
              </a:endParaRPr>
            </a:p>
          </p:txBody>
        </p:sp>
        <p:sp>
          <p:nvSpPr>
            <p:cNvPr id="46" name="Freeform 60">
              <a:extLst>
                <a:ext uri="{FF2B5EF4-FFF2-40B4-BE49-F238E27FC236}">
                  <a16:creationId xmlns:a16="http://schemas.microsoft.com/office/drawing/2014/main" id="{5418917C-B365-6316-3AFB-90CFBEDF953D}"/>
                </a:ext>
              </a:extLst>
            </p:cNvPr>
            <p:cNvSpPr>
              <a:spLocks noEditPoints="1"/>
            </p:cNvSpPr>
            <p:nvPr/>
          </p:nvSpPr>
          <p:spPr bwMode="auto">
            <a:xfrm>
              <a:off x="7605713" y="4868863"/>
              <a:ext cx="377825" cy="381000"/>
            </a:xfrm>
            <a:custGeom>
              <a:avLst/>
              <a:gdLst>
                <a:gd name="T0" fmla="*/ 101 w 113"/>
                <a:gd name="T1" fmla="*/ 60 h 114"/>
                <a:gd name="T2" fmla="*/ 110 w 113"/>
                <a:gd name="T3" fmla="*/ 48 h 114"/>
                <a:gd name="T4" fmla="*/ 106 w 113"/>
                <a:gd name="T5" fmla="*/ 27 h 114"/>
                <a:gd name="T6" fmla="*/ 90 w 113"/>
                <a:gd name="T7" fmla="*/ 28 h 114"/>
                <a:gd name="T8" fmla="*/ 88 w 113"/>
                <a:gd name="T9" fmla="*/ 12 h 114"/>
                <a:gd name="T10" fmla="*/ 79 w 113"/>
                <a:gd name="T11" fmla="*/ 3 h 114"/>
                <a:gd name="T12" fmla="*/ 66 w 113"/>
                <a:gd name="T13" fmla="*/ 3 h 114"/>
                <a:gd name="T14" fmla="*/ 53 w 113"/>
                <a:gd name="T15" fmla="*/ 13 h 114"/>
                <a:gd name="T16" fmla="*/ 42 w 113"/>
                <a:gd name="T17" fmla="*/ 1 h 114"/>
                <a:gd name="T18" fmla="*/ 34 w 113"/>
                <a:gd name="T19" fmla="*/ 4 h 114"/>
                <a:gd name="T20" fmla="*/ 25 w 113"/>
                <a:gd name="T21" fmla="*/ 13 h 114"/>
                <a:gd name="T22" fmla="*/ 23 w 113"/>
                <a:gd name="T23" fmla="*/ 29 h 114"/>
                <a:gd name="T24" fmla="*/ 7 w 113"/>
                <a:gd name="T25" fmla="*/ 28 h 114"/>
                <a:gd name="T26" fmla="*/ 3 w 113"/>
                <a:gd name="T27" fmla="*/ 36 h 114"/>
                <a:gd name="T28" fmla="*/ 3 w 113"/>
                <a:gd name="T29" fmla="*/ 48 h 114"/>
                <a:gd name="T30" fmla="*/ 13 w 113"/>
                <a:gd name="T31" fmla="*/ 61 h 114"/>
                <a:gd name="T32" fmla="*/ 1 w 113"/>
                <a:gd name="T33" fmla="*/ 72 h 114"/>
                <a:gd name="T34" fmla="*/ 3 w 113"/>
                <a:gd name="T35" fmla="*/ 80 h 114"/>
                <a:gd name="T36" fmla="*/ 12 w 113"/>
                <a:gd name="T37" fmla="*/ 89 h 114"/>
                <a:gd name="T38" fmla="*/ 28 w 113"/>
                <a:gd name="T39" fmla="*/ 91 h 114"/>
                <a:gd name="T40" fmla="*/ 28 w 113"/>
                <a:gd name="T41" fmla="*/ 107 h 114"/>
                <a:gd name="T42" fmla="*/ 42 w 113"/>
                <a:gd name="T43" fmla="*/ 113 h 114"/>
                <a:gd name="T44" fmla="*/ 48 w 113"/>
                <a:gd name="T45" fmla="*/ 111 h 114"/>
                <a:gd name="T46" fmla="*/ 60 w 113"/>
                <a:gd name="T47" fmla="*/ 101 h 114"/>
                <a:gd name="T48" fmla="*/ 71 w 113"/>
                <a:gd name="T49" fmla="*/ 113 h 114"/>
                <a:gd name="T50" fmla="*/ 88 w 113"/>
                <a:gd name="T51" fmla="*/ 101 h 114"/>
                <a:gd name="T52" fmla="*/ 90 w 113"/>
                <a:gd name="T53" fmla="*/ 85 h 114"/>
                <a:gd name="T54" fmla="*/ 107 w 113"/>
                <a:gd name="T55" fmla="*/ 86 h 114"/>
                <a:gd name="T56" fmla="*/ 113 w 113"/>
                <a:gd name="T57" fmla="*/ 71 h 114"/>
                <a:gd name="T58" fmla="*/ 101 w 113"/>
                <a:gd name="T59" fmla="*/ 75 h 114"/>
                <a:gd name="T60" fmla="*/ 90 w 113"/>
                <a:gd name="T61" fmla="*/ 75 h 114"/>
                <a:gd name="T62" fmla="*/ 77 w 113"/>
                <a:gd name="T63" fmla="*/ 85 h 114"/>
                <a:gd name="T64" fmla="*/ 78 w 113"/>
                <a:gd name="T65" fmla="*/ 100 h 114"/>
                <a:gd name="T66" fmla="*/ 67 w 113"/>
                <a:gd name="T67" fmla="*/ 93 h 114"/>
                <a:gd name="T68" fmla="*/ 51 w 113"/>
                <a:gd name="T69" fmla="*/ 91 h 114"/>
                <a:gd name="T70" fmla="*/ 41 w 113"/>
                <a:gd name="T71" fmla="*/ 103 h 114"/>
                <a:gd name="T72" fmla="*/ 36 w 113"/>
                <a:gd name="T73" fmla="*/ 100 h 114"/>
                <a:gd name="T74" fmla="*/ 36 w 113"/>
                <a:gd name="T75" fmla="*/ 85 h 114"/>
                <a:gd name="T76" fmla="*/ 24 w 113"/>
                <a:gd name="T77" fmla="*/ 76 h 114"/>
                <a:gd name="T78" fmla="*/ 12 w 113"/>
                <a:gd name="T79" fmla="*/ 76 h 114"/>
                <a:gd name="T80" fmla="*/ 11 w 113"/>
                <a:gd name="T81" fmla="*/ 73 h 114"/>
                <a:gd name="T82" fmla="*/ 23 w 113"/>
                <a:gd name="T83" fmla="*/ 63 h 114"/>
                <a:gd name="T84" fmla="*/ 20 w 113"/>
                <a:gd name="T85" fmla="*/ 47 h 114"/>
                <a:gd name="T86" fmla="*/ 12 w 113"/>
                <a:gd name="T87" fmla="*/ 39 h 114"/>
                <a:gd name="T88" fmla="*/ 13 w 113"/>
                <a:gd name="T89" fmla="*/ 36 h 114"/>
                <a:gd name="T90" fmla="*/ 29 w 113"/>
                <a:gd name="T91" fmla="*/ 37 h 114"/>
                <a:gd name="T92" fmla="*/ 38 w 113"/>
                <a:gd name="T93" fmla="*/ 24 h 114"/>
                <a:gd name="T94" fmla="*/ 37 w 113"/>
                <a:gd name="T95" fmla="*/ 13 h 114"/>
                <a:gd name="T96" fmla="*/ 41 w 113"/>
                <a:gd name="T97" fmla="*/ 11 h 114"/>
                <a:gd name="T98" fmla="*/ 51 w 113"/>
                <a:gd name="T99" fmla="*/ 23 h 114"/>
                <a:gd name="T100" fmla="*/ 67 w 113"/>
                <a:gd name="T101" fmla="*/ 21 h 114"/>
                <a:gd name="T102" fmla="*/ 75 w 113"/>
                <a:gd name="T103" fmla="*/ 12 h 114"/>
                <a:gd name="T104" fmla="*/ 75 w 113"/>
                <a:gd name="T105" fmla="*/ 24 h 114"/>
                <a:gd name="T106" fmla="*/ 84 w 113"/>
                <a:gd name="T107" fmla="*/ 37 h 114"/>
                <a:gd name="T108" fmla="*/ 100 w 113"/>
                <a:gd name="T109" fmla="*/ 36 h 114"/>
                <a:gd name="T110" fmla="*/ 93 w 113"/>
                <a:gd name="T111" fmla="*/ 47 h 114"/>
                <a:gd name="T112" fmla="*/ 91 w 113"/>
                <a:gd name="T113" fmla="*/ 62 h 114"/>
                <a:gd name="T114" fmla="*/ 102 w 113"/>
                <a:gd name="T115" fmla="*/ 72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13" h="114">
                  <a:moveTo>
                    <a:pt x="110" y="66"/>
                  </a:moveTo>
                  <a:cubicBezTo>
                    <a:pt x="101" y="60"/>
                    <a:pt x="101" y="60"/>
                    <a:pt x="101" y="60"/>
                  </a:cubicBezTo>
                  <a:cubicBezTo>
                    <a:pt x="101" y="58"/>
                    <a:pt x="101" y="56"/>
                    <a:pt x="101" y="53"/>
                  </a:cubicBezTo>
                  <a:cubicBezTo>
                    <a:pt x="110" y="48"/>
                    <a:pt x="110" y="48"/>
                    <a:pt x="110" y="48"/>
                  </a:cubicBezTo>
                  <a:cubicBezTo>
                    <a:pt x="112" y="47"/>
                    <a:pt x="113" y="44"/>
                    <a:pt x="113" y="42"/>
                  </a:cubicBezTo>
                  <a:cubicBezTo>
                    <a:pt x="111" y="37"/>
                    <a:pt x="109" y="32"/>
                    <a:pt x="106" y="27"/>
                  </a:cubicBezTo>
                  <a:cubicBezTo>
                    <a:pt x="105" y="26"/>
                    <a:pt x="103" y="25"/>
                    <a:pt x="101" y="25"/>
                  </a:cubicBezTo>
                  <a:cubicBezTo>
                    <a:pt x="90" y="28"/>
                    <a:pt x="90" y="28"/>
                    <a:pt x="90" y="28"/>
                  </a:cubicBezTo>
                  <a:cubicBezTo>
                    <a:pt x="89" y="26"/>
                    <a:pt x="87" y="25"/>
                    <a:pt x="85" y="23"/>
                  </a:cubicBezTo>
                  <a:cubicBezTo>
                    <a:pt x="88" y="12"/>
                    <a:pt x="88" y="12"/>
                    <a:pt x="88" y="12"/>
                  </a:cubicBezTo>
                  <a:cubicBezTo>
                    <a:pt x="89" y="10"/>
                    <a:pt x="88" y="8"/>
                    <a:pt x="86" y="7"/>
                  </a:cubicBezTo>
                  <a:cubicBezTo>
                    <a:pt x="83" y="6"/>
                    <a:pt x="81" y="4"/>
                    <a:pt x="79" y="3"/>
                  </a:cubicBezTo>
                  <a:cubicBezTo>
                    <a:pt x="76" y="2"/>
                    <a:pt x="74" y="2"/>
                    <a:pt x="71" y="1"/>
                  </a:cubicBezTo>
                  <a:cubicBezTo>
                    <a:pt x="69" y="0"/>
                    <a:pt x="67" y="1"/>
                    <a:pt x="66" y="3"/>
                  </a:cubicBezTo>
                  <a:cubicBezTo>
                    <a:pt x="60" y="13"/>
                    <a:pt x="60" y="13"/>
                    <a:pt x="60" y="13"/>
                  </a:cubicBezTo>
                  <a:cubicBezTo>
                    <a:pt x="58" y="13"/>
                    <a:pt x="55" y="13"/>
                    <a:pt x="53" y="13"/>
                  </a:cubicBezTo>
                  <a:cubicBezTo>
                    <a:pt x="47" y="3"/>
                    <a:pt x="47" y="3"/>
                    <a:pt x="47" y="3"/>
                  </a:cubicBezTo>
                  <a:cubicBezTo>
                    <a:pt x="46" y="1"/>
                    <a:pt x="44" y="0"/>
                    <a:pt x="42" y="1"/>
                  </a:cubicBezTo>
                  <a:cubicBezTo>
                    <a:pt x="39" y="2"/>
                    <a:pt x="37" y="2"/>
                    <a:pt x="35" y="3"/>
                  </a:cubicBezTo>
                  <a:cubicBezTo>
                    <a:pt x="34" y="4"/>
                    <a:pt x="34" y="4"/>
                    <a:pt x="34" y="4"/>
                  </a:cubicBezTo>
                  <a:cubicBezTo>
                    <a:pt x="31" y="5"/>
                    <a:pt x="29" y="6"/>
                    <a:pt x="27" y="7"/>
                  </a:cubicBezTo>
                  <a:cubicBezTo>
                    <a:pt x="25" y="8"/>
                    <a:pt x="24" y="10"/>
                    <a:pt x="25" y="13"/>
                  </a:cubicBezTo>
                  <a:cubicBezTo>
                    <a:pt x="28" y="24"/>
                    <a:pt x="28" y="24"/>
                    <a:pt x="28" y="24"/>
                  </a:cubicBezTo>
                  <a:cubicBezTo>
                    <a:pt x="26" y="25"/>
                    <a:pt x="24" y="27"/>
                    <a:pt x="23" y="29"/>
                  </a:cubicBezTo>
                  <a:cubicBezTo>
                    <a:pt x="12" y="26"/>
                    <a:pt x="12" y="26"/>
                    <a:pt x="12" y="26"/>
                  </a:cubicBezTo>
                  <a:cubicBezTo>
                    <a:pt x="10" y="25"/>
                    <a:pt x="8" y="26"/>
                    <a:pt x="7" y="28"/>
                  </a:cubicBezTo>
                  <a:cubicBezTo>
                    <a:pt x="5" y="30"/>
                    <a:pt x="4" y="32"/>
                    <a:pt x="3" y="34"/>
                  </a:cubicBezTo>
                  <a:cubicBezTo>
                    <a:pt x="3" y="36"/>
                    <a:pt x="3" y="36"/>
                    <a:pt x="3" y="36"/>
                  </a:cubicBezTo>
                  <a:cubicBezTo>
                    <a:pt x="2" y="38"/>
                    <a:pt x="1" y="40"/>
                    <a:pt x="1" y="43"/>
                  </a:cubicBezTo>
                  <a:cubicBezTo>
                    <a:pt x="0" y="45"/>
                    <a:pt x="1" y="47"/>
                    <a:pt x="3" y="48"/>
                  </a:cubicBezTo>
                  <a:cubicBezTo>
                    <a:pt x="13" y="54"/>
                    <a:pt x="13" y="54"/>
                    <a:pt x="13" y="54"/>
                  </a:cubicBezTo>
                  <a:cubicBezTo>
                    <a:pt x="12" y="56"/>
                    <a:pt x="12" y="58"/>
                    <a:pt x="13" y="61"/>
                  </a:cubicBezTo>
                  <a:cubicBezTo>
                    <a:pt x="3" y="66"/>
                    <a:pt x="3" y="66"/>
                    <a:pt x="3" y="66"/>
                  </a:cubicBezTo>
                  <a:cubicBezTo>
                    <a:pt x="1" y="68"/>
                    <a:pt x="0" y="70"/>
                    <a:pt x="1" y="72"/>
                  </a:cubicBezTo>
                  <a:cubicBezTo>
                    <a:pt x="1" y="74"/>
                    <a:pt x="2" y="77"/>
                    <a:pt x="3" y="79"/>
                  </a:cubicBezTo>
                  <a:cubicBezTo>
                    <a:pt x="3" y="80"/>
                    <a:pt x="3" y="80"/>
                    <a:pt x="3" y="80"/>
                  </a:cubicBezTo>
                  <a:cubicBezTo>
                    <a:pt x="4" y="82"/>
                    <a:pt x="6" y="84"/>
                    <a:pt x="7" y="87"/>
                  </a:cubicBezTo>
                  <a:cubicBezTo>
                    <a:pt x="8" y="88"/>
                    <a:pt x="10" y="89"/>
                    <a:pt x="12" y="89"/>
                  </a:cubicBezTo>
                  <a:cubicBezTo>
                    <a:pt x="23" y="86"/>
                    <a:pt x="23" y="86"/>
                    <a:pt x="23" y="86"/>
                  </a:cubicBezTo>
                  <a:cubicBezTo>
                    <a:pt x="25" y="88"/>
                    <a:pt x="26" y="89"/>
                    <a:pt x="28" y="91"/>
                  </a:cubicBezTo>
                  <a:cubicBezTo>
                    <a:pt x="25" y="102"/>
                    <a:pt x="25" y="102"/>
                    <a:pt x="25" y="102"/>
                  </a:cubicBezTo>
                  <a:cubicBezTo>
                    <a:pt x="25" y="104"/>
                    <a:pt x="26" y="106"/>
                    <a:pt x="28" y="107"/>
                  </a:cubicBezTo>
                  <a:cubicBezTo>
                    <a:pt x="30" y="108"/>
                    <a:pt x="32" y="110"/>
                    <a:pt x="35" y="111"/>
                  </a:cubicBezTo>
                  <a:cubicBezTo>
                    <a:pt x="37" y="112"/>
                    <a:pt x="40" y="112"/>
                    <a:pt x="42" y="113"/>
                  </a:cubicBezTo>
                  <a:cubicBezTo>
                    <a:pt x="43" y="113"/>
                    <a:pt x="43" y="113"/>
                    <a:pt x="44" y="113"/>
                  </a:cubicBezTo>
                  <a:cubicBezTo>
                    <a:pt x="45" y="113"/>
                    <a:pt x="47" y="112"/>
                    <a:pt x="48" y="111"/>
                  </a:cubicBezTo>
                  <a:cubicBezTo>
                    <a:pt x="53" y="101"/>
                    <a:pt x="53" y="101"/>
                    <a:pt x="53" y="101"/>
                  </a:cubicBezTo>
                  <a:cubicBezTo>
                    <a:pt x="56" y="101"/>
                    <a:pt x="58" y="101"/>
                    <a:pt x="60" y="101"/>
                  </a:cubicBezTo>
                  <a:cubicBezTo>
                    <a:pt x="66" y="111"/>
                    <a:pt x="66" y="111"/>
                    <a:pt x="66" y="111"/>
                  </a:cubicBezTo>
                  <a:cubicBezTo>
                    <a:pt x="67" y="113"/>
                    <a:pt x="69" y="114"/>
                    <a:pt x="71" y="113"/>
                  </a:cubicBezTo>
                  <a:cubicBezTo>
                    <a:pt x="77" y="112"/>
                    <a:pt x="82" y="110"/>
                    <a:pt x="86" y="107"/>
                  </a:cubicBezTo>
                  <a:cubicBezTo>
                    <a:pt x="88" y="106"/>
                    <a:pt x="89" y="104"/>
                    <a:pt x="88" y="101"/>
                  </a:cubicBezTo>
                  <a:cubicBezTo>
                    <a:pt x="85" y="90"/>
                    <a:pt x="85" y="90"/>
                    <a:pt x="85" y="90"/>
                  </a:cubicBezTo>
                  <a:cubicBezTo>
                    <a:pt x="87" y="89"/>
                    <a:pt x="89" y="87"/>
                    <a:pt x="90" y="85"/>
                  </a:cubicBezTo>
                  <a:cubicBezTo>
                    <a:pt x="101" y="88"/>
                    <a:pt x="101" y="88"/>
                    <a:pt x="101" y="88"/>
                  </a:cubicBezTo>
                  <a:cubicBezTo>
                    <a:pt x="103" y="89"/>
                    <a:pt x="106" y="88"/>
                    <a:pt x="107" y="86"/>
                  </a:cubicBezTo>
                  <a:cubicBezTo>
                    <a:pt x="108" y="84"/>
                    <a:pt x="109" y="81"/>
                    <a:pt x="110" y="79"/>
                  </a:cubicBezTo>
                  <a:cubicBezTo>
                    <a:pt x="111" y="77"/>
                    <a:pt x="112" y="74"/>
                    <a:pt x="113" y="71"/>
                  </a:cubicBezTo>
                  <a:cubicBezTo>
                    <a:pt x="113" y="69"/>
                    <a:pt x="112" y="67"/>
                    <a:pt x="110" y="66"/>
                  </a:cubicBezTo>
                  <a:close/>
                  <a:moveTo>
                    <a:pt x="101" y="75"/>
                  </a:moveTo>
                  <a:cubicBezTo>
                    <a:pt x="101" y="76"/>
                    <a:pt x="101" y="77"/>
                    <a:pt x="100" y="78"/>
                  </a:cubicBezTo>
                  <a:cubicBezTo>
                    <a:pt x="90" y="75"/>
                    <a:pt x="90" y="75"/>
                    <a:pt x="90" y="75"/>
                  </a:cubicBezTo>
                  <a:cubicBezTo>
                    <a:pt x="88" y="75"/>
                    <a:pt x="86" y="76"/>
                    <a:pt x="85" y="77"/>
                  </a:cubicBezTo>
                  <a:cubicBezTo>
                    <a:pt x="83" y="80"/>
                    <a:pt x="80" y="83"/>
                    <a:pt x="77" y="85"/>
                  </a:cubicBezTo>
                  <a:cubicBezTo>
                    <a:pt x="75" y="86"/>
                    <a:pt x="75" y="88"/>
                    <a:pt x="75" y="90"/>
                  </a:cubicBezTo>
                  <a:cubicBezTo>
                    <a:pt x="78" y="100"/>
                    <a:pt x="78" y="100"/>
                    <a:pt x="78" y="100"/>
                  </a:cubicBezTo>
                  <a:cubicBezTo>
                    <a:pt x="76" y="101"/>
                    <a:pt x="74" y="102"/>
                    <a:pt x="72" y="103"/>
                  </a:cubicBezTo>
                  <a:cubicBezTo>
                    <a:pt x="67" y="93"/>
                    <a:pt x="67" y="93"/>
                    <a:pt x="67" y="93"/>
                  </a:cubicBezTo>
                  <a:cubicBezTo>
                    <a:pt x="66" y="92"/>
                    <a:pt x="64" y="91"/>
                    <a:pt x="62" y="91"/>
                  </a:cubicBezTo>
                  <a:cubicBezTo>
                    <a:pt x="59" y="92"/>
                    <a:pt x="55" y="92"/>
                    <a:pt x="51" y="91"/>
                  </a:cubicBezTo>
                  <a:cubicBezTo>
                    <a:pt x="49" y="91"/>
                    <a:pt x="48" y="92"/>
                    <a:pt x="47" y="93"/>
                  </a:cubicBezTo>
                  <a:cubicBezTo>
                    <a:pt x="41" y="103"/>
                    <a:pt x="41" y="103"/>
                    <a:pt x="41" y="103"/>
                  </a:cubicBezTo>
                  <a:cubicBezTo>
                    <a:pt x="40" y="102"/>
                    <a:pt x="39" y="102"/>
                    <a:pt x="38" y="102"/>
                  </a:cubicBezTo>
                  <a:cubicBezTo>
                    <a:pt x="37" y="101"/>
                    <a:pt x="36" y="101"/>
                    <a:pt x="36" y="100"/>
                  </a:cubicBezTo>
                  <a:cubicBezTo>
                    <a:pt x="38" y="90"/>
                    <a:pt x="38" y="90"/>
                    <a:pt x="38" y="90"/>
                  </a:cubicBezTo>
                  <a:cubicBezTo>
                    <a:pt x="39" y="88"/>
                    <a:pt x="38" y="86"/>
                    <a:pt x="36" y="85"/>
                  </a:cubicBezTo>
                  <a:cubicBezTo>
                    <a:pt x="34" y="83"/>
                    <a:pt x="31" y="80"/>
                    <a:pt x="29" y="77"/>
                  </a:cubicBezTo>
                  <a:cubicBezTo>
                    <a:pt x="28" y="76"/>
                    <a:pt x="26" y="75"/>
                    <a:pt x="24" y="76"/>
                  </a:cubicBezTo>
                  <a:cubicBezTo>
                    <a:pt x="13" y="78"/>
                    <a:pt x="13" y="78"/>
                    <a:pt x="13" y="78"/>
                  </a:cubicBezTo>
                  <a:cubicBezTo>
                    <a:pt x="13" y="78"/>
                    <a:pt x="13" y="77"/>
                    <a:pt x="12" y="76"/>
                  </a:cubicBezTo>
                  <a:cubicBezTo>
                    <a:pt x="12" y="75"/>
                    <a:pt x="12" y="75"/>
                    <a:pt x="12" y="75"/>
                  </a:cubicBezTo>
                  <a:cubicBezTo>
                    <a:pt x="12" y="74"/>
                    <a:pt x="11" y="74"/>
                    <a:pt x="11" y="73"/>
                  </a:cubicBezTo>
                  <a:cubicBezTo>
                    <a:pt x="20" y="67"/>
                    <a:pt x="20" y="67"/>
                    <a:pt x="20" y="67"/>
                  </a:cubicBezTo>
                  <a:cubicBezTo>
                    <a:pt x="22" y="66"/>
                    <a:pt x="23" y="64"/>
                    <a:pt x="23" y="63"/>
                  </a:cubicBezTo>
                  <a:cubicBezTo>
                    <a:pt x="22" y="59"/>
                    <a:pt x="22" y="55"/>
                    <a:pt x="23" y="52"/>
                  </a:cubicBezTo>
                  <a:cubicBezTo>
                    <a:pt x="23" y="50"/>
                    <a:pt x="22" y="48"/>
                    <a:pt x="20" y="47"/>
                  </a:cubicBezTo>
                  <a:cubicBezTo>
                    <a:pt x="11" y="42"/>
                    <a:pt x="11" y="42"/>
                    <a:pt x="11" y="42"/>
                  </a:cubicBezTo>
                  <a:cubicBezTo>
                    <a:pt x="11" y="41"/>
                    <a:pt x="11" y="40"/>
                    <a:pt x="12" y="39"/>
                  </a:cubicBezTo>
                  <a:cubicBezTo>
                    <a:pt x="12" y="38"/>
                    <a:pt x="12" y="38"/>
                    <a:pt x="12" y="38"/>
                  </a:cubicBezTo>
                  <a:cubicBezTo>
                    <a:pt x="13" y="37"/>
                    <a:pt x="13" y="37"/>
                    <a:pt x="13" y="36"/>
                  </a:cubicBezTo>
                  <a:cubicBezTo>
                    <a:pt x="24" y="39"/>
                    <a:pt x="24" y="39"/>
                    <a:pt x="24" y="39"/>
                  </a:cubicBezTo>
                  <a:cubicBezTo>
                    <a:pt x="25" y="39"/>
                    <a:pt x="27" y="38"/>
                    <a:pt x="29" y="37"/>
                  </a:cubicBezTo>
                  <a:cubicBezTo>
                    <a:pt x="31" y="34"/>
                    <a:pt x="33" y="31"/>
                    <a:pt x="36" y="29"/>
                  </a:cubicBezTo>
                  <a:cubicBezTo>
                    <a:pt x="38" y="28"/>
                    <a:pt x="39" y="26"/>
                    <a:pt x="38" y="24"/>
                  </a:cubicBezTo>
                  <a:cubicBezTo>
                    <a:pt x="35" y="14"/>
                    <a:pt x="35" y="14"/>
                    <a:pt x="35" y="14"/>
                  </a:cubicBezTo>
                  <a:cubicBezTo>
                    <a:pt x="36" y="13"/>
                    <a:pt x="37" y="13"/>
                    <a:pt x="37" y="13"/>
                  </a:cubicBezTo>
                  <a:cubicBezTo>
                    <a:pt x="38" y="12"/>
                    <a:pt x="38" y="12"/>
                    <a:pt x="38" y="12"/>
                  </a:cubicBezTo>
                  <a:cubicBezTo>
                    <a:pt x="39" y="12"/>
                    <a:pt x="40" y="12"/>
                    <a:pt x="41" y="11"/>
                  </a:cubicBezTo>
                  <a:cubicBezTo>
                    <a:pt x="46" y="21"/>
                    <a:pt x="46" y="21"/>
                    <a:pt x="46" y="21"/>
                  </a:cubicBezTo>
                  <a:cubicBezTo>
                    <a:pt x="47" y="22"/>
                    <a:pt x="49" y="23"/>
                    <a:pt x="51" y="23"/>
                  </a:cubicBezTo>
                  <a:cubicBezTo>
                    <a:pt x="55" y="22"/>
                    <a:pt x="58" y="22"/>
                    <a:pt x="62" y="23"/>
                  </a:cubicBezTo>
                  <a:cubicBezTo>
                    <a:pt x="64" y="23"/>
                    <a:pt x="66" y="22"/>
                    <a:pt x="67" y="21"/>
                  </a:cubicBezTo>
                  <a:cubicBezTo>
                    <a:pt x="72" y="11"/>
                    <a:pt x="72" y="11"/>
                    <a:pt x="72" y="11"/>
                  </a:cubicBezTo>
                  <a:cubicBezTo>
                    <a:pt x="73" y="12"/>
                    <a:pt x="74" y="12"/>
                    <a:pt x="75" y="12"/>
                  </a:cubicBezTo>
                  <a:cubicBezTo>
                    <a:pt x="76" y="13"/>
                    <a:pt x="77" y="13"/>
                    <a:pt x="78" y="14"/>
                  </a:cubicBezTo>
                  <a:cubicBezTo>
                    <a:pt x="75" y="24"/>
                    <a:pt x="75" y="24"/>
                    <a:pt x="75" y="24"/>
                  </a:cubicBezTo>
                  <a:cubicBezTo>
                    <a:pt x="75" y="26"/>
                    <a:pt x="75" y="28"/>
                    <a:pt x="77" y="29"/>
                  </a:cubicBezTo>
                  <a:cubicBezTo>
                    <a:pt x="80" y="31"/>
                    <a:pt x="82" y="34"/>
                    <a:pt x="84" y="37"/>
                  </a:cubicBezTo>
                  <a:cubicBezTo>
                    <a:pt x="86" y="38"/>
                    <a:pt x="88" y="39"/>
                    <a:pt x="90" y="38"/>
                  </a:cubicBezTo>
                  <a:cubicBezTo>
                    <a:pt x="100" y="36"/>
                    <a:pt x="100" y="36"/>
                    <a:pt x="100" y="36"/>
                  </a:cubicBezTo>
                  <a:cubicBezTo>
                    <a:pt x="101" y="37"/>
                    <a:pt x="102" y="39"/>
                    <a:pt x="102" y="41"/>
                  </a:cubicBezTo>
                  <a:cubicBezTo>
                    <a:pt x="93" y="47"/>
                    <a:pt x="93" y="47"/>
                    <a:pt x="93" y="47"/>
                  </a:cubicBezTo>
                  <a:cubicBezTo>
                    <a:pt x="91" y="48"/>
                    <a:pt x="90" y="50"/>
                    <a:pt x="91" y="52"/>
                  </a:cubicBezTo>
                  <a:cubicBezTo>
                    <a:pt x="91" y="55"/>
                    <a:pt x="91" y="59"/>
                    <a:pt x="91" y="62"/>
                  </a:cubicBezTo>
                  <a:cubicBezTo>
                    <a:pt x="90" y="64"/>
                    <a:pt x="91" y="66"/>
                    <a:pt x="93" y="67"/>
                  </a:cubicBezTo>
                  <a:cubicBezTo>
                    <a:pt x="102" y="72"/>
                    <a:pt x="102" y="72"/>
                    <a:pt x="102" y="72"/>
                  </a:cubicBezTo>
                  <a:cubicBezTo>
                    <a:pt x="102" y="73"/>
                    <a:pt x="102" y="74"/>
                    <a:pt x="101" y="75"/>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80682" tIns="40341" rIns="80682" bIns="4034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88" b="0" i="0" u="none" strike="noStrike" kern="1200" cap="none" spc="0" normalizeH="0" baseline="0" noProof="0">
                <a:ln>
                  <a:noFill/>
                </a:ln>
                <a:solidFill>
                  <a:prstClr val="black"/>
                </a:solidFill>
                <a:effectLst/>
                <a:uLnTx/>
                <a:uFillTx/>
                <a:latin typeface="Aptos"/>
                <a:ea typeface="+mn-ea"/>
                <a:cs typeface="+mn-cs"/>
              </a:endParaRPr>
            </a:p>
          </p:txBody>
        </p:sp>
      </p:grpSp>
      <p:sp>
        <p:nvSpPr>
          <p:cNvPr id="48" name="Rectangle 47">
            <a:extLst>
              <a:ext uri="{FF2B5EF4-FFF2-40B4-BE49-F238E27FC236}">
                <a16:creationId xmlns:a16="http://schemas.microsoft.com/office/drawing/2014/main" id="{E32A67C3-BD09-5D7D-F33A-B7EDB55C2CBE}"/>
              </a:ext>
            </a:extLst>
          </p:cNvPr>
          <p:cNvSpPr/>
          <p:nvPr/>
        </p:nvSpPr>
        <p:spPr>
          <a:xfrm>
            <a:off x="1343504" y="3554800"/>
            <a:ext cx="916769" cy="415498"/>
          </a:xfrm>
          <a:prstGeom prst="rect">
            <a:avLst/>
          </a:prstGeom>
        </p:spPr>
        <p:txBody>
          <a:bodyPr wrap="square">
            <a:spAutoFit/>
          </a:bodyPr>
          <a:lstStyle/>
          <a:p>
            <a:pPr marL="0" marR="0" lvl="0" indent="0" algn="ctr" defTabSz="89901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white"/>
                </a:solidFill>
                <a:effectLst/>
                <a:uLnTx/>
                <a:uFillTx/>
                <a:latin typeface="Aptos" panose="020B0004020202020204" pitchFamily="34" charset="0"/>
                <a:ea typeface="Open Sans" panose="020B0606030504020204" pitchFamily="34" charset="0"/>
                <a:cs typeface="Open Sans" panose="020B0606030504020204" pitchFamily="34" charset="0"/>
              </a:rPr>
              <a:t>Business case review</a:t>
            </a:r>
          </a:p>
        </p:txBody>
      </p:sp>
      <p:grpSp>
        <p:nvGrpSpPr>
          <p:cNvPr id="52" name="Group 51">
            <a:extLst>
              <a:ext uri="{FF2B5EF4-FFF2-40B4-BE49-F238E27FC236}">
                <a16:creationId xmlns:a16="http://schemas.microsoft.com/office/drawing/2014/main" id="{C33C88E0-8EB1-8AB7-885C-FABBB9E55311}"/>
              </a:ext>
            </a:extLst>
          </p:cNvPr>
          <p:cNvGrpSpPr/>
          <p:nvPr/>
        </p:nvGrpSpPr>
        <p:grpSpPr>
          <a:xfrm>
            <a:off x="1629947" y="3032972"/>
            <a:ext cx="378241" cy="338554"/>
            <a:chOff x="11387138" y="6542088"/>
            <a:chExt cx="484188" cy="433388"/>
          </a:xfrm>
          <a:solidFill>
            <a:srgbClr val="009A44"/>
          </a:solidFill>
        </p:grpSpPr>
        <p:sp>
          <p:nvSpPr>
            <p:cNvPr id="53" name="Freeform 601">
              <a:extLst>
                <a:ext uri="{FF2B5EF4-FFF2-40B4-BE49-F238E27FC236}">
                  <a16:creationId xmlns:a16="http://schemas.microsoft.com/office/drawing/2014/main" id="{4EE8E145-706A-9DB8-C2F1-CF00E4CAB24F}"/>
                </a:ext>
              </a:extLst>
            </p:cNvPr>
            <p:cNvSpPr>
              <a:spLocks noEditPoints="1"/>
            </p:cNvSpPr>
            <p:nvPr/>
          </p:nvSpPr>
          <p:spPr bwMode="auto">
            <a:xfrm>
              <a:off x="11387138" y="6542088"/>
              <a:ext cx="120650" cy="114300"/>
            </a:xfrm>
            <a:custGeom>
              <a:avLst/>
              <a:gdLst>
                <a:gd name="T0" fmla="*/ 46 w 53"/>
                <a:gd name="T1" fmla="*/ 14 h 50"/>
                <a:gd name="T2" fmla="*/ 36 w 53"/>
                <a:gd name="T3" fmla="*/ 14 h 50"/>
                <a:gd name="T4" fmla="*/ 32 w 53"/>
                <a:gd name="T5" fmla="*/ 4 h 50"/>
                <a:gd name="T6" fmla="*/ 26 w 53"/>
                <a:gd name="T7" fmla="*/ 0 h 50"/>
                <a:gd name="T8" fmla="*/ 21 w 53"/>
                <a:gd name="T9" fmla="*/ 4 h 50"/>
                <a:gd name="T10" fmla="*/ 17 w 53"/>
                <a:gd name="T11" fmla="*/ 14 h 50"/>
                <a:gd name="T12" fmla="*/ 7 w 53"/>
                <a:gd name="T13" fmla="*/ 14 h 50"/>
                <a:gd name="T14" fmla="*/ 1 w 53"/>
                <a:gd name="T15" fmla="*/ 18 h 50"/>
                <a:gd name="T16" fmla="*/ 3 w 53"/>
                <a:gd name="T17" fmla="*/ 25 h 50"/>
                <a:gd name="T18" fmla="*/ 11 w 53"/>
                <a:gd name="T19" fmla="*/ 31 h 50"/>
                <a:gd name="T20" fmla="*/ 8 w 53"/>
                <a:gd name="T21" fmla="*/ 41 h 50"/>
                <a:gd name="T22" fmla="*/ 11 w 53"/>
                <a:gd name="T23" fmla="*/ 48 h 50"/>
                <a:gd name="T24" fmla="*/ 18 w 53"/>
                <a:gd name="T25" fmla="*/ 48 h 50"/>
                <a:gd name="T26" fmla="*/ 26 w 53"/>
                <a:gd name="T27" fmla="*/ 42 h 50"/>
                <a:gd name="T28" fmla="*/ 35 w 53"/>
                <a:gd name="T29" fmla="*/ 48 h 50"/>
                <a:gd name="T30" fmla="*/ 39 w 53"/>
                <a:gd name="T31" fmla="*/ 49 h 50"/>
                <a:gd name="T32" fmla="*/ 42 w 53"/>
                <a:gd name="T33" fmla="*/ 48 h 50"/>
                <a:gd name="T34" fmla="*/ 44 w 53"/>
                <a:gd name="T35" fmla="*/ 41 h 50"/>
                <a:gd name="T36" fmla="*/ 41 w 53"/>
                <a:gd name="T37" fmla="*/ 31 h 50"/>
                <a:gd name="T38" fmla="*/ 50 w 53"/>
                <a:gd name="T39" fmla="*/ 25 h 50"/>
                <a:gd name="T40" fmla="*/ 52 w 53"/>
                <a:gd name="T41" fmla="*/ 18 h 50"/>
                <a:gd name="T42" fmla="*/ 46 w 53"/>
                <a:gd name="T43" fmla="*/ 14 h 50"/>
                <a:gd name="T44" fmla="*/ 33 w 53"/>
                <a:gd name="T45" fmla="*/ 26 h 50"/>
                <a:gd name="T46" fmla="*/ 31 w 53"/>
                <a:gd name="T47" fmla="*/ 31 h 50"/>
                <a:gd name="T48" fmla="*/ 32 w 53"/>
                <a:gd name="T49" fmla="*/ 34 h 50"/>
                <a:gd name="T50" fmla="*/ 29 w 53"/>
                <a:gd name="T51" fmla="*/ 32 h 50"/>
                <a:gd name="T52" fmla="*/ 24 w 53"/>
                <a:gd name="T53" fmla="*/ 32 h 50"/>
                <a:gd name="T54" fmla="*/ 21 w 53"/>
                <a:gd name="T55" fmla="*/ 34 h 50"/>
                <a:gd name="T56" fmla="*/ 22 w 53"/>
                <a:gd name="T57" fmla="*/ 31 h 50"/>
                <a:gd name="T58" fmla="*/ 20 w 53"/>
                <a:gd name="T59" fmla="*/ 26 h 50"/>
                <a:gd name="T60" fmla="*/ 17 w 53"/>
                <a:gd name="T61" fmla="*/ 24 h 50"/>
                <a:gd name="T62" fmla="*/ 21 w 53"/>
                <a:gd name="T63" fmla="*/ 24 h 50"/>
                <a:gd name="T64" fmla="*/ 25 w 53"/>
                <a:gd name="T65" fmla="*/ 20 h 50"/>
                <a:gd name="T66" fmla="*/ 26 w 53"/>
                <a:gd name="T67" fmla="*/ 17 h 50"/>
                <a:gd name="T68" fmla="*/ 28 w 53"/>
                <a:gd name="T69" fmla="*/ 20 h 50"/>
                <a:gd name="T70" fmla="*/ 32 w 53"/>
                <a:gd name="T71" fmla="*/ 24 h 50"/>
                <a:gd name="T72" fmla="*/ 36 w 53"/>
                <a:gd name="T73" fmla="*/ 24 h 50"/>
                <a:gd name="T74" fmla="*/ 33 w 53"/>
                <a:gd name="T75" fmla="*/ 26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3" h="50">
                  <a:moveTo>
                    <a:pt x="46" y="14"/>
                  </a:moveTo>
                  <a:cubicBezTo>
                    <a:pt x="36" y="14"/>
                    <a:pt x="36" y="14"/>
                    <a:pt x="36" y="14"/>
                  </a:cubicBezTo>
                  <a:cubicBezTo>
                    <a:pt x="32" y="4"/>
                    <a:pt x="32" y="4"/>
                    <a:pt x="32" y="4"/>
                  </a:cubicBezTo>
                  <a:cubicBezTo>
                    <a:pt x="31" y="2"/>
                    <a:pt x="29" y="0"/>
                    <a:pt x="26" y="0"/>
                  </a:cubicBezTo>
                  <a:cubicBezTo>
                    <a:pt x="24" y="0"/>
                    <a:pt x="21" y="2"/>
                    <a:pt x="21" y="4"/>
                  </a:cubicBezTo>
                  <a:cubicBezTo>
                    <a:pt x="17" y="14"/>
                    <a:pt x="17" y="14"/>
                    <a:pt x="17" y="14"/>
                  </a:cubicBezTo>
                  <a:cubicBezTo>
                    <a:pt x="7" y="14"/>
                    <a:pt x="7" y="14"/>
                    <a:pt x="7" y="14"/>
                  </a:cubicBezTo>
                  <a:cubicBezTo>
                    <a:pt x="4" y="14"/>
                    <a:pt x="2" y="16"/>
                    <a:pt x="1" y="18"/>
                  </a:cubicBezTo>
                  <a:cubicBezTo>
                    <a:pt x="0" y="21"/>
                    <a:pt x="1" y="24"/>
                    <a:pt x="3" y="25"/>
                  </a:cubicBezTo>
                  <a:cubicBezTo>
                    <a:pt x="11" y="31"/>
                    <a:pt x="11" y="31"/>
                    <a:pt x="11" y="31"/>
                  </a:cubicBezTo>
                  <a:cubicBezTo>
                    <a:pt x="8" y="41"/>
                    <a:pt x="8" y="41"/>
                    <a:pt x="8" y="41"/>
                  </a:cubicBezTo>
                  <a:cubicBezTo>
                    <a:pt x="8" y="44"/>
                    <a:pt x="8" y="46"/>
                    <a:pt x="11" y="48"/>
                  </a:cubicBezTo>
                  <a:cubicBezTo>
                    <a:pt x="13" y="50"/>
                    <a:pt x="16" y="50"/>
                    <a:pt x="18" y="48"/>
                  </a:cubicBezTo>
                  <a:cubicBezTo>
                    <a:pt x="26" y="42"/>
                    <a:pt x="26" y="42"/>
                    <a:pt x="26" y="42"/>
                  </a:cubicBezTo>
                  <a:cubicBezTo>
                    <a:pt x="35" y="48"/>
                    <a:pt x="35" y="48"/>
                    <a:pt x="35" y="48"/>
                  </a:cubicBezTo>
                  <a:cubicBezTo>
                    <a:pt x="36" y="49"/>
                    <a:pt x="37" y="49"/>
                    <a:pt x="39" y="49"/>
                  </a:cubicBezTo>
                  <a:cubicBezTo>
                    <a:pt x="40" y="49"/>
                    <a:pt x="41" y="49"/>
                    <a:pt x="42" y="48"/>
                  </a:cubicBezTo>
                  <a:cubicBezTo>
                    <a:pt x="44" y="46"/>
                    <a:pt x="45" y="44"/>
                    <a:pt x="44" y="41"/>
                  </a:cubicBezTo>
                  <a:cubicBezTo>
                    <a:pt x="41" y="31"/>
                    <a:pt x="41" y="31"/>
                    <a:pt x="41" y="31"/>
                  </a:cubicBezTo>
                  <a:cubicBezTo>
                    <a:pt x="50" y="25"/>
                    <a:pt x="50" y="25"/>
                    <a:pt x="50" y="25"/>
                  </a:cubicBezTo>
                  <a:cubicBezTo>
                    <a:pt x="52" y="24"/>
                    <a:pt x="53" y="21"/>
                    <a:pt x="52" y="18"/>
                  </a:cubicBezTo>
                  <a:cubicBezTo>
                    <a:pt x="51" y="16"/>
                    <a:pt x="49" y="14"/>
                    <a:pt x="46" y="14"/>
                  </a:cubicBezTo>
                  <a:close/>
                  <a:moveTo>
                    <a:pt x="33" y="26"/>
                  </a:moveTo>
                  <a:cubicBezTo>
                    <a:pt x="31" y="27"/>
                    <a:pt x="30" y="29"/>
                    <a:pt x="31" y="31"/>
                  </a:cubicBezTo>
                  <a:cubicBezTo>
                    <a:pt x="32" y="34"/>
                    <a:pt x="32" y="34"/>
                    <a:pt x="32" y="34"/>
                  </a:cubicBezTo>
                  <a:cubicBezTo>
                    <a:pt x="29" y="32"/>
                    <a:pt x="29" y="32"/>
                    <a:pt x="29" y="32"/>
                  </a:cubicBezTo>
                  <a:cubicBezTo>
                    <a:pt x="28" y="31"/>
                    <a:pt x="25" y="31"/>
                    <a:pt x="24" y="32"/>
                  </a:cubicBezTo>
                  <a:cubicBezTo>
                    <a:pt x="21" y="34"/>
                    <a:pt x="21" y="34"/>
                    <a:pt x="21" y="34"/>
                  </a:cubicBezTo>
                  <a:cubicBezTo>
                    <a:pt x="22" y="31"/>
                    <a:pt x="22" y="31"/>
                    <a:pt x="22" y="31"/>
                  </a:cubicBezTo>
                  <a:cubicBezTo>
                    <a:pt x="22" y="29"/>
                    <a:pt x="22" y="27"/>
                    <a:pt x="20" y="26"/>
                  </a:cubicBezTo>
                  <a:cubicBezTo>
                    <a:pt x="17" y="24"/>
                    <a:pt x="17" y="24"/>
                    <a:pt x="17" y="24"/>
                  </a:cubicBezTo>
                  <a:cubicBezTo>
                    <a:pt x="21" y="24"/>
                    <a:pt x="21" y="24"/>
                    <a:pt x="21" y="24"/>
                  </a:cubicBezTo>
                  <a:cubicBezTo>
                    <a:pt x="23" y="23"/>
                    <a:pt x="25" y="22"/>
                    <a:pt x="25" y="20"/>
                  </a:cubicBezTo>
                  <a:cubicBezTo>
                    <a:pt x="26" y="17"/>
                    <a:pt x="26" y="17"/>
                    <a:pt x="26" y="17"/>
                  </a:cubicBezTo>
                  <a:cubicBezTo>
                    <a:pt x="28" y="20"/>
                    <a:pt x="28" y="20"/>
                    <a:pt x="28" y="20"/>
                  </a:cubicBezTo>
                  <a:cubicBezTo>
                    <a:pt x="28" y="22"/>
                    <a:pt x="30" y="23"/>
                    <a:pt x="32" y="24"/>
                  </a:cubicBezTo>
                  <a:cubicBezTo>
                    <a:pt x="36" y="24"/>
                    <a:pt x="36" y="24"/>
                    <a:pt x="36" y="24"/>
                  </a:cubicBezTo>
                  <a:lnTo>
                    <a:pt x="33" y="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80682" tIns="40341" rIns="80682" bIns="4034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88" b="0" i="0" u="none" strike="noStrike" kern="1200" cap="none" spc="0" normalizeH="0" baseline="0" noProof="0">
                <a:ln>
                  <a:noFill/>
                </a:ln>
                <a:solidFill>
                  <a:prstClr val="black"/>
                </a:solidFill>
                <a:effectLst/>
                <a:uLnTx/>
                <a:uFillTx/>
                <a:latin typeface="Aptos"/>
                <a:ea typeface="+mn-ea"/>
                <a:cs typeface="+mn-cs"/>
              </a:endParaRPr>
            </a:p>
          </p:txBody>
        </p:sp>
        <p:sp>
          <p:nvSpPr>
            <p:cNvPr id="54" name="Freeform 602">
              <a:extLst>
                <a:ext uri="{FF2B5EF4-FFF2-40B4-BE49-F238E27FC236}">
                  <a16:creationId xmlns:a16="http://schemas.microsoft.com/office/drawing/2014/main" id="{E47697E4-8555-51ED-5ECC-EFA49E14CBBF}"/>
                </a:ext>
              </a:extLst>
            </p:cNvPr>
            <p:cNvSpPr>
              <a:spLocks noEditPoints="1"/>
            </p:cNvSpPr>
            <p:nvPr/>
          </p:nvSpPr>
          <p:spPr bwMode="auto">
            <a:xfrm>
              <a:off x="11387138" y="6699251"/>
              <a:ext cx="120650" cy="112713"/>
            </a:xfrm>
            <a:custGeom>
              <a:avLst/>
              <a:gdLst>
                <a:gd name="T0" fmla="*/ 46 w 53"/>
                <a:gd name="T1" fmla="*/ 14 h 49"/>
                <a:gd name="T2" fmla="*/ 36 w 53"/>
                <a:gd name="T3" fmla="*/ 13 h 49"/>
                <a:gd name="T4" fmla="*/ 32 w 53"/>
                <a:gd name="T5" fmla="*/ 4 h 49"/>
                <a:gd name="T6" fmla="*/ 26 w 53"/>
                <a:gd name="T7" fmla="*/ 0 h 49"/>
                <a:gd name="T8" fmla="*/ 21 w 53"/>
                <a:gd name="T9" fmla="*/ 4 h 49"/>
                <a:gd name="T10" fmla="*/ 17 w 53"/>
                <a:gd name="T11" fmla="*/ 13 h 49"/>
                <a:gd name="T12" fmla="*/ 7 w 53"/>
                <a:gd name="T13" fmla="*/ 14 h 49"/>
                <a:gd name="T14" fmla="*/ 1 w 53"/>
                <a:gd name="T15" fmla="*/ 18 h 49"/>
                <a:gd name="T16" fmla="*/ 3 w 53"/>
                <a:gd name="T17" fmla="*/ 25 h 49"/>
                <a:gd name="T18" fmla="*/ 11 w 53"/>
                <a:gd name="T19" fmla="*/ 31 h 49"/>
                <a:gd name="T20" fmla="*/ 8 w 53"/>
                <a:gd name="T21" fmla="*/ 41 h 49"/>
                <a:gd name="T22" fmla="*/ 11 w 53"/>
                <a:gd name="T23" fmla="*/ 48 h 49"/>
                <a:gd name="T24" fmla="*/ 18 w 53"/>
                <a:gd name="T25" fmla="*/ 48 h 49"/>
                <a:gd name="T26" fmla="*/ 26 w 53"/>
                <a:gd name="T27" fmla="*/ 42 h 49"/>
                <a:gd name="T28" fmla="*/ 35 w 53"/>
                <a:gd name="T29" fmla="*/ 48 h 49"/>
                <a:gd name="T30" fmla="*/ 39 w 53"/>
                <a:gd name="T31" fmla="*/ 49 h 49"/>
                <a:gd name="T32" fmla="*/ 42 w 53"/>
                <a:gd name="T33" fmla="*/ 48 h 49"/>
                <a:gd name="T34" fmla="*/ 44 w 53"/>
                <a:gd name="T35" fmla="*/ 41 h 49"/>
                <a:gd name="T36" fmla="*/ 41 w 53"/>
                <a:gd name="T37" fmla="*/ 31 h 49"/>
                <a:gd name="T38" fmla="*/ 50 w 53"/>
                <a:gd name="T39" fmla="*/ 25 h 49"/>
                <a:gd name="T40" fmla="*/ 52 w 53"/>
                <a:gd name="T41" fmla="*/ 18 h 49"/>
                <a:gd name="T42" fmla="*/ 46 w 53"/>
                <a:gd name="T43" fmla="*/ 14 h 49"/>
                <a:gd name="T44" fmla="*/ 33 w 53"/>
                <a:gd name="T45" fmla="*/ 25 h 49"/>
                <a:gd name="T46" fmla="*/ 31 w 53"/>
                <a:gd name="T47" fmla="*/ 31 h 49"/>
                <a:gd name="T48" fmla="*/ 32 w 53"/>
                <a:gd name="T49" fmla="*/ 34 h 49"/>
                <a:gd name="T50" fmla="*/ 29 w 53"/>
                <a:gd name="T51" fmla="*/ 32 h 49"/>
                <a:gd name="T52" fmla="*/ 24 w 53"/>
                <a:gd name="T53" fmla="*/ 32 h 49"/>
                <a:gd name="T54" fmla="*/ 21 w 53"/>
                <a:gd name="T55" fmla="*/ 34 h 49"/>
                <a:gd name="T56" fmla="*/ 22 w 53"/>
                <a:gd name="T57" fmla="*/ 31 h 49"/>
                <a:gd name="T58" fmla="*/ 20 w 53"/>
                <a:gd name="T59" fmla="*/ 25 h 49"/>
                <a:gd name="T60" fmla="*/ 17 w 53"/>
                <a:gd name="T61" fmla="*/ 23 h 49"/>
                <a:gd name="T62" fmla="*/ 21 w 53"/>
                <a:gd name="T63" fmla="*/ 23 h 49"/>
                <a:gd name="T64" fmla="*/ 25 w 53"/>
                <a:gd name="T65" fmla="*/ 20 h 49"/>
                <a:gd name="T66" fmla="*/ 26 w 53"/>
                <a:gd name="T67" fmla="*/ 17 h 49"/>
                <a:gd name="T68" fmla="*/ 28 w 53"/>
                <a:gd name="T69" fmla="*/ 20 h 49"/>
                <a:gd name="T70" fmla="*/ 32 w 53"/>
                <a:gd name="T71" fmla="*/ 23 h 49"/>
                <a:gd name="T72" fmla="*/ 36 w 53"/>
                <a:gd name="T73" fmla="*/ 23 h 49"/>
                <a:gd name="T74" fmla="*/ 33 w 53"/>
                <a:gd name="T75" fmla="*/ 25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3" h="49">
                  <a:moveTo>
                    <a:pt x="46" y="14"/>
                  </a:moveTo>
                  <a:cubicBezTo>
                    <a:pt x="36" y="13"/>
                    <a:pt x="36" y="13"/>
                    <a:pt x="36" y="13"/>
                  </a:cubicBezTo>
                  <a:cubicBezTo>
                    <a:pt x="32" y="4"/>
                    <a:pt x="32" y="4"/>
                    <a:pt x="32" y="4"/>
                  </a:cubicBezTo>
                  <a:cubicBezTo>
                    <a:pt x="31" y="1"/>
                    <a:pt x="29" y="0"/>
                    <a:pt x="26" y="0"/>
                  </a:cubicBezTo>
                  <a:cubicBezTo>
                    <a:pt x="24" y="0"/>
                    <a:pt x="21" y="1"/>
                    <a:pt x="21" y="4"/>
                  </a:cubicBezTo>
                  <a:cubicBezTo>
                    <a:pt x="17" y="13"/>
                    <a:pt x="17" y="13"/>
                    <a:pt x="17" y="13"/>
                  </a:cubicBezTo>
                  <a:cubicBezTo>
                    <a:pt x="7" y="14"/>
                    <a:pt x="7" y="14"/>
                    <a:pt x="7" y="14"/>
                  </a:cubicBezTo>
                  <a:cubicBezTo>
                    <a:pt x="4" y="14"/>
                    <a:pt x="2" y="15"/>
                    <a:pt x="1" y="18"/>
                  </a:cubicBezTo>
                  <a:cubicBezTo>
                    <a:pt x="0" y="20"/>
                    <a:pt x="1" y="23"/>
                    <a:pt x="3" y="25"/>
                  </a:cubicBezTo>
                  <a:cubicBezTo>
                    <a:pt x="11" y="31"/>
                    <a:pt x="11" y="31"/>
                    <a:pt x="11" y="31"/>
                  </a:cubicBezTo>
                  <a:cubicBezTo>
                    <a:pt x="8" y="41"/>
                    <a:pt x="8" y="41"/>
                    <a:pt x="8" y="41"/>
                  </a:cubicBezTo>
                  <a:cubicBezTo>
                    <a:pt x="8" y="43"/>
                    <a:pt x="8" y="46"/>
                    <a:pt x="11" y="48"/>
                  </a:cubicBezTo>
                  <a:cubicBezTo>
                    <a:pt x="13" y="49"/>
                    <a:pt x="16" y="49"/>
                    <a:pt x="18" y="48"/>
                  </a:cubicBezTo>
                  <a:cubicBezTo>
                    <a:pt x="26" y="42"/>
                    <a:pt x="26" y="42"/>
                    <a:pt x="26" y="42"/>
                  </a:cubicBezTo>
                  <a:cubicBezTo>
                    <a:pt x="35" y="48"/>
                    <a:pt x="35" y="48"/>
                    <a:pt x="35" y="48"/>
                  </a:cubicBezTo>
                  <a:cubicBezTo>
                    <a:pt x="36" y="48"/>
                    <a:pt x="37" y="49"/>
                    <a:pt x="39" y="49"/>
                  </a:cubicBezTo>
                  <a:cubicBezTo>
                    <a:pt x="40" y="49"/>
                    <a:pt x="41" y="48"/>
                    <a:pt x="42" y="48"/>
                  </a:cubicBezTo>
                  <a:cubicBezTo>
                    <a:pt x="44" y="46"/>
                    <a:pt x="45" y="43"/>
                    <a:pt x="44" y="41"/>
                  </a:cubicBezTo>
                  <a:cubicBezTo>
                    <a:pt x="41" y="31"/>
                    <a:pt x="41" y="31"/>
                    <a:pt x="41" y="31"/>
                  </a:cubicBezTo>
                  <a:cubicBezTo>
                    <a:pt x="50" y="25"/>
                    <a:pt x="50" y="25"/>
                    <a:pt x="50" y="25"/>
                  </a:cubicBezTo>
                  <a:cubicBezTo>
                    <a:pt x="52" y="23"/>
                    <a:pt x="53" y="20"/>
                    <a:pt x="52" y="18"/>
                  </a:cubicBezTo>
                  <a:cubicBezTo>
                    <a:pt x="51" y="15"/>
                    <a:pt x="49" y="14"/>
                    <a:pt x="46" y="14"/>
                  </a:cubicBezTo>
                  <a:close/>
                  <a:moveTo>
                    <a:pt x="33" y="25"/>
                  </a:moveTo>
                  <a:cubicBezTo>
                    <a:pt x="31" y="27"/>
                    <a:pt x="30" y="29"/>
                    <a:pt x="31" y="31"/>
                  </a:cubicBezTo>
                  <a:cubicBezTo>
                    <a:pt x="32" y="34"/>
                    <a:pt x="32" y="34"/>
                    <a:pt x="32" y="34"/>
                  </a:cubicBezTo>
                  <a:cubicBezTo>
                    <a:pt x="29" y="32"/>
                    <a:pt x="29" y="32"/>
                    <a:pt x="29" y="32"/>
                  </a:cubicBezTo>
                  <a:cubicBezTo>
                    <a:pt x="28" y="31"/>
                    <a:pt x="25" y="31"/>
                    <a:pt x="24" y="32"/>
                  </a:cubicBezTo>
                  <a:cubicBezTo>
                    <a:pt x="21" y="34"/>
                    <a:pt x="21" y="34"/>
                    <a:pt x="21" y="34"/>
                  </a:cubicBezTo>
                  <a:cubicBezTo>
                    <a:pt x="22" y="31"/>
                    <a:pt x="22" y="31"/>
                    <a:pt x="22" y="31"/>
                  </a:cubicBezTo>
                  <a:cubicBezTo>
                    <a:pt x="22" y="29"/>
                    <a:pt x="22" y="27"/>
                    <a:pt x="20" y="25"/>
                  </a:cubicBezTo>
                  <a:cubicBezTo>
                    <a:pt x="17" y="23"/>
                    <a:pt x="17" y="23"/>
                    <a:pt x="17" y="23"/>
                  </a:cubicBezTo>
                  <a:cubicBezTo>
                    <a:pt x="21" y="23"/>
                    <a:pt x="21" y="23"/>
                    <a:pt x="21" y="23"/>
                  </a:cubicBezTo>
                  <a:cubicBezTo>
                    <a:pt x="23" y="23"/>
                    <a:pt x="25" y="22"/>
                    <a:pt x="25" y="20"/>
                  </a:cubicBezTo>
                  <a:cubicBezTo>
                    <a:pt x="26" y="17"/>
                    <a:pt x="26" y="17"/>
                    <a:pt x="26" y="17"/>
                  </a:cubicBezTo>
                  <a:cubicBezTo>
                    <a:pt x="28" y="20"/>
                    <a:pt x="28" y="20"/>
                    <a:pt x="28" y="20"/>
                  </a:cubicBezTo>
                  <a:cubicBezTo>
                    <a:pt x="28" y="22"/>
                    <a:pt x="30" y="23"/>
                    <a:pt x="32" y="23"/>
                  </a:cubicBezTo>
                  <a:cubicBezTo>
                    <a:pt x="36" y="23"/>
                    <a:pt x="36" y="23"/>
                    <a:pt x="36" y="23"/>
                  </a:cubicBezTo>
                  <a:lnTo>
                    <a:pt x="33" y="2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80682" tIns="40341" rIns="80682" bIns="4034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88" b="0" i="0" u="none" strike="noStrike" kern="1200" cap="none" spc="0" normalizeH="0" baseline="0" noProof="0">
                <a:ln>
                  <a:noFill/>
                </a:ln>
                <a:solidFill>
                  <a:prstClr val="black"/>
                </a:solidFill>
                <a:effectLst/>
                <a:uLnTx/>
                <a:uFillTx/>
                <a:latin typeface="Aptos"/>
                <a:ea typeface="+mn-ea"/>
                <a:cs typeface="+mn-cs"/>
              </a:endParaRPr>
            </a:p>
          </p:txBody>
        </p:sp>
        <p:sp>
          <p:nvSpPr>
            <p:cNvPr id="55" name="Freeform 603">
              <a:extLst>
                <a:ext uri="{FF2B5EF4-FFF2-40B4-BE49-F238E27FC236}">
                  <a16:creationId xmlns:a16="http://schemas.microsoft.com/office/drawing/2014/main" id="{DAF954DE-5725-1675-F219-991901F90221}"/>
                </a:ext>
              </a:extLst>
            </p:cNvPr>
            <p:cNvSpPr>
              <a:spLocks noEditPoints="1"/>
            </p:cNvSpPr>
            <p:nvPr/>
          </p:nvSpPr>
          <p:spPr bwMode="auto">
            <a:xfrm>
              <a:off x="11387138" y="6861176"/>
              <a:ext cx="120650" cy="114300"/>
            </a:xfrm>
            <a:custGeom>
              <a:avLst/>
              <a:gdLst>
                <a:gd name="T0" fmla="*/ 46 w 53"/>
                <a:gd name="T1" fmla="*/ 14 h 50"/>
                <a:gd name="T2" fmla="*/ 36 w 53"/>
                <a:gd name="T3" fmla="*/ 14 h 50"/>
                <a:gd name="T4" fmla="*/ 32 w 53"/>
                <a:gd name="T5" fmla="*/ 4 h 50"/>
                <a:gd name="T6" fmla="*/ 26 w 53"/>
                <a:gd name="T7" fmla="*/ 0 h 50"/>
                <a:gd name="T8" fmla="*/ 21 w 53"/>
                <a:gd name="T9" fmla="*/ 4 h 50"/>
                <a:gd name="T10" fmla="*/ 17 w 53"/>
                <a:gd name="T11" fmla="*/ 14 h 50"/>
                <a:gd name="T12" fmla="*/ 7 w 53"/>
                <a:gd name="T13" fmla="*/ 14 h 50"/>
                <a:gd name="T14" fmla="*/ 1 w 53"/>
                <a:gd name="T15" fmla="*/ 18 h 50"/>
                <a:gd name="T16" fmla="*/ 3 w 53"/>
                <a:gd name="T17" fmla="*/ 25 h 50"/>
                <a:gd name="T18" fmla="*/ 11 w 53"/>
                <a:gd name="T19" fmla="*/ 31 h 50"/>
                <a:gd name="T20" fmla="*/ 8 w 53"/>
                <a:gd name="T21" fmla="*/ 41 h 50"/>
                <a:gd name="T22" fmla="*/ 11 w 53"/>
                <a:gd name="T23" fmla="*/ 48 h 50"/>
                <a:gd name="T24" fmla="*/ 14 w 53"/>
                <a:gd name="T25" fmla="*/ 49 h 50"/>
                <a:gd name="T26" fmla="*/ 18 w 53"/>
                <a:gd name="T27" fmla="*/ 48 h 50"/>
                <a:gd name="T28" fmla="*/ 26 w 53"/>
                <a:gd name="T29" fmla="*/ 42 h 50"/>
                <a:gd name="T30" fmla="*/ 35 w 53"/>
                <a:gd name="T31" fmla="*/ 48 h 50"/>
                <a:gd name="T32" fmla="*/ 42 w 53"/>
                <a:gd name="T33" fmla="*/ 48 h 50"/>
                <a:gd name="T34" fmla="*/ 44 w 53"/>
                <a:gd name="T35" fmla="*/ 41 h 50"/>
                <a:gd name="T36" fmla="*/ 41 w 53"/>
                <a:gd name="T37" fmla="*/ 31 h 50"/>
                <a:gd name="T38" fmla="*/ 50 w 53"/>
                <a:gd name="T39" fmla="*/ 25 h 50"/>
                <a:gd name="T40" fmla="*/ 52 w 53"/>
                <a:gd name="T41" fmla="*/ 18 h 50"/>
                <a:gd name="T42" fmla="*/ 46 w 53"/>
                <a:gd name="T43" fmla="*/ 14 h 50"/>
                <a:gd name="T44" fmla="*/ 33 w 53"/>
                <a:gd name="T45" fmla="*/ 26 h 50"/>
                <a:gd name="T46" fmla="*/ 31 w 53"/>
                <a:gd name="T47" fmla="*/ 31 h 50"/>
                <a:gd name="T48" fmla="*/ 32 w 53"/>
                <a:gd name="T49" fmla="*/ 34 h 50"/>
                <a:gd name="T50" fmla="*/ 29 w 53"/>
                <a:gd name="T51" fmla="*/ 32 h 50"/>
                <a:gd name="T52" fmla="*/ 24 w 53"/>
                <a:gd name="T53" fmla="*/ 32 h 50"/>
                <a:gd name="T54" fmla="*/ 21 w 53"/>
                <a:gd name="T55" fmla="*/ 34 h 50"/>
                <a:gd name="T56" fmla="*/ 22 w 53"/>
                <a:gd name="T57" fmla="*/ 31 h 50"/>
                <a:gd name="T58" fmla="*/ 20 w 53"/>
                <a:gd name="T59" fmla="*/ 26 h 50"/>
                <a:gd name="T60" fmla="*/ 17 w 53"/>
                <a:gd name="T61" fmla="*/ 24 h 50"/>
                <a:gd name="T62" fmla="*/ 21 w 53"/>
                <a:gd name="T63" fmla="*/ 24 h 50"/>
                <a:gd name="T64" fmla="*/ 25 w 53"/>
                <a:gd name="T65" fmla="*/ 20 h 50"/>
                <a:gd name="T66" fmla="*/ 26 w 53"/>
                <a:gd name="T67" fmla="*/ 17 h 50"/>
                <a:gd name="T68" fmla="*/ 28 w 53"/>
                <a:gd name="T69" fmla="*/ 20 h 50"/>
                <a:gd name="T70" fmla="*/ 32 w 53"/>
                <a:gd name="T71" fmla="*/ 24 h 50"/>
                <a:gd name="T72" fmla="*/ 36 w 53"/>
                <a:gd name="T73" fmla="*/ 24 h 50"/>
                <a:gd name="T74" fmla="*/ 33 w 53"/>
                <a:gd name="T75" fmla="*/ 26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3" h="50">
                  <a:moveTo>
                    <a:pt x="46" y="14"/>
                  </a:moveTo>
                  <a:cubicBezTo>
                    <a:pt x="36" y="14"/>
                    <a:pt x="36" y="14"/>
                    <a:pt x="36" y="14"/>
                  </a:cubicBezTo>
                  <a:cubicBezTo>
                    <a:pt x="32" y="4"/>
                    <a:pt x="32" y="4"/>
                    <a:pt x="32" y="4"/>
                  </a:cubicBezTo>
                  <a:cubicBezTo>
                    <a:pt x="31" y="2"/>
                    <a:pt x="29" y="0"/>
                    <a:pt x="26" y="0"/>
                  </a:cubicBezTo>
                  <a:cubicBezTo>
                    <a:pt x="24" y="0"/>
                    <a:pt x="21" y="2"/>
                    <a:pt x="21" y="4"/>
                  </a:cubicBezTo>
                  <a:cubicBezTo>
                    <a:pt x="17" y="14"/>
                    <a:pt x="17" y="14"/>
                    <a:pt x="17" y="14"/>
                  </a:cubicBezTo>
                  <a:cubicBezTo>
                    <a:pt x="7" y="14"/>
                    <a:pt x="7" y="14"/>
                    <a:pt x="7" y="14"/>
                  </a:cubicBezTo>
                  <a:cubicBezTo>
                    <a:pt x="4" y="14"/>
                    <a:pt x="2" y="16"/>
                    <a:pt x="1" y="18"/>
                  </a:cubicBezTo>
                  <a:cubicBezTo>
                    <a:pt x="0" y="21"/>
                    <a:pt x="1" y="24"/>
                    <a:pt x="3" y="25"/>
                  </a:cubicBezTo>
                  <a:cubicBezTo>
                    <a:pt x="11" y="31"/>
                    <a:pt x="11" y="31"/>
                    <a:pt x="11" y="31"/>
                  </a:cubicBezTo>
                  <a:cubicBezTo>
                    <a:pt x="8" y="41"/>
                    <a:pt x="8" y="41"/>
                    <a:pt x="8" y="41"/>
                  </a:cubicBezTo>
                  <a:cubicBezTo>
                    <a:pt x="8" y="44"/>
                    <a:pt x="8" y="47"/>
                    <a:pt x="11" y="48"/>
                  </a:cubicBezTo>
                  <a:cubicBezTo>
                    <a:pt x="12" y="49"/>
                    <a:pt x="13" y="49"/>
                    <a:pt x="14" y="49"/>
                  </a:cubicBezTo>
                  <a:cubicBezTo>
                    <a:pt x="15" y="49"/>
                    <a:pt x="17" y="49"/>
                    <a:pt x="18" y="48"/>
                  </a:cubicBezTo>
                  <a:cubicBezTo>
                    <a:pt x="26" y="42"/>
                    <a:pt x="26" y="42"/>
                    <a:pt x="26" y="42"/>
                  </a:cubicBezTo>
                  <a:cubicBezTo>
                    <a:pt x="35" y="48"/>
                    <a:pt x="35" y="48"/>
                    <a:pt x="35" y="48"/>
                  </a:cubicBezTo>
                  <a:cubicBezTo>
                    <a:pt x="37" y="50"/>
                    <a:pt x="40" y="50"/>
                    <a:pt x="42" y="48"/>
                  </a:cubicBezTo>
                  <a:cubicBezTo>
                    <a:pt x="44" y="47"/>
                    <a:pt x="45" y="44"/>
                    <a:pt x="44" y="41"/>
                  </a:cubicBezTo>
                  <a:cubicBezTo>
                    <a:pt x="41" y="31"/>
                    <a:pt x="41" y="31"/>
                    <a:pt x="41" y="31"/>
                  </a:cubicBezTo>
                  <a:cubicBezTo>
                    <a:pt x="50" y="25"/>
                    <a:pt x="50" y="25"/>
                    <a:pt x="50" y="25"/>
                  </a:cubicBezTo>
                  <a:cubicBezTo>
                    <a:pt x="52" y="24"/>
                    <a:pt x="53" y="21"/>
                    <a:pt x="52" y="18"/>
                  </a:cubicBezTo>
                  <a:cubicBezTo>
                    <a:pt x="51" y="16"/>
                    <a:pt x="49" y="14"/>
                    <a:pt x="46" y="14"/>
                  </a:cubicBezTo>
                  <a:close/>
                  <a:moveTo>
                    <a:pt x="33" y="26"/>
                  </a:moveTo>
                  <a:cubicBezTo>
                    <a:pt x="31" y="27"/>
                    <a:pt x="30" y="29"/>
                    <a:pt x="31" y="31"/>
                  </a:cubicBezTo>
                  <a:cubicBezTo>
                    <a:pt x="32" y="34"/>
                    <a:pt x="32" y="34"/>
                    <a:pt x="32" y="34"/>
                  </a:cubicBezTo>
                  <a:cubicBezTo>
                    <a:pt x="29" y="32"/>
                    <a:pt x="29" y="32"/>
                    <a:pt x="29" y="32"/>
                  </a:cubicBezTo>
                  <a:cubicBezTo>
                    <a:pt x="27" y="31"/>
                    <a:pt x="25" y="31"/>
                    <a:pt x="24" y="32"/>
                  </a:cubicBezTo>
                  <a:cubicBezTo>
                    <a:pt x="21" y="34"/>
                    <a:pt x="21" y="34"/>
                    <a:pt x="21" y="34"/>
                  </a:cubicBezTo>
                  <a:cubicBezTo>
                    <a:pt x="22" y="31"/>
                    <a:pt x="22" y="31"/>
                    <a:pt x="22" y="31"/>
                  </a:cubicBezTo>
                  <a:cubicBezTo>
                    <a:pt x="22" y="29"/>
                    <a:pt x="22" y="27"/>
                    <a:pt x="20" y="26"/>
                  </a:cubicBezTo>
                  <a:cubicBezTo>
                    <a:pt x="17" y="24"/>
                    <a:pt x="17" y="24"/>
                    <a:pt x="17" y="24"/>
                  </a:cubicBezTo>
                  <a:cubicBezTo>
                    <a:pt x="21" y="24"/>
                    <a:pt x="21" y="24"/>
                    <a:pt x="21" y="24"/>
                  </a:cubicBezTo>
                  <a:cubicBezTo>
                    <a:pt x="23" y="24"/>
                    <a:pt x="25" y="22"/>
                    <a:pt x="25" y="20"/>
                  </a:cubicBezTo>
                  <a:cubicBezTo>
                    <a:pt x="26" y="17"/>
                    <a:pt x="26" y="17"/>
                    <a:pt x="26" y="17"/>
                  </a:cubicBezTo>
                  <a:cubicBezTo>
                    <a:pt x="28" y="20"/>
                    <a:pt x="28" y="20"/>
                    <a:pt x="28" y="20"/>
                  </a:cubicBezTo>
                  <a:cubicBezTo>
                    <a:pt x="28" y="22"/>
                    <a:pt x="30" y="24"/>
                    <a:pt x="32" y="24"/>
                  </a:cubicBezTo>
                  <a:cubicBezTo>
                    <a:pt x="36" y="24"/>
                    <a:pt x="36" y="24"/>
                    <a:pt x="36" y="24"/>
                  </a:cubicBezTo>
                  <a:lnTo>
                    <a:pt x="33" y="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80682" tIns="40341" rIns="80682" bIns="4034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88" b="0" i="0" u="none" strike="noStrike" kern="1200" cap="none" spc="0" normalizeH="0" baseline="0" noProof="0">
                <a:ln>
                  <a:noFill/>
                </a:ln>
                <a:solidFill>
                  <a:prstClr val="black"/>
                </a:solidFill>
                <a:effectLst/>
                <a:uLnTx/>
                <a:uFillTx/>
                <a:latin typeface="Aptos"/>
                <a:ea typeface="+mn-ea"/>
                <a:cs typeface="+mn-cs"/>
              </a:endParaRPr>
            </a:p>
          </p:txBody>
        </p:sp>
        <p:sp>
          <p:nvSpPr>
            <p:cNvPr id="56" name="Freeform 604">
              <a:extLst>
                <a:ext uri="{FF2B5EF4-FFF2-40B4-BE49-F238E27FC236}">
                  <a16:creationId xmlns:a16="http://schemas.microsoft.com/office/drawing/2014/main" id="{E1D0B7AB-1F26-AE6A-6C73-5B2AA3C465F6}"/>
                </a:ext>
              </a:extLst>
            </p:cNvPr>
            <p:cNvSpPr>
              <a:spLocks/>
            </p:cNvSpPr>
            <p:nvPr/>
          </p:nvSpPr>
          <p:spPr bwMode="auto">
            <a:xfrm>
              <a:off x="11549063" y="6907213"/>
              <a:ext cx="322263" cy="23813"/>
            </a:xfrm>
            <a:custGeom>
              <a:avLst/>
              <a:gdLst>
                <a:gd name="T0" fmla="*/ 136 w 141"/>
                <a:gd name="T1" fmla="*/ 0 h 10"/>
                <a:gd name="T2" fmla="*/ 5 w 141"/>
                <a:gd name="T3" fmla="*/ 0 h 10"/>
                <a:gd name="T4" fmla="*/ 0 w 141"/>
                <a:gd name="T5" fmla="*/ 5 h 10"/>
                <a:gd name="T6" fmla="*/ 5 w 141"/>
                <a:gd name="T7" fmla="*/ 10 h 10"/>
                <a:gd name="T8" fmla="*/ 136 w 141"/>
                <a:gd name="T9" fmla="*/ 10 h 10"/>
                <a:gd name="T10" fmla="*/ 141 w 141"/>
                <a:gd name="T11" fmla="*/ 5 h 10"/>
                <a:gd name="T12" fmla="*/ 136 w 141"/>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141" h="10">
                  <a:moveTo>
                    <a:pt x="136" y="0"/>
                  </a:moveTo>
                  <a:cubicBezTo>
                    <a:pt x="5" y="0"/>
                    <a:pt x="5" y="0"/>
                    <a:pt x="5" y="0"/>
                  </a:cubicBezTo>
                  <a:cubicBezTo>
                    <a:pt x="2" y="0"/>
                    <a:pt x="0" y="2"/>
                    <a:pt x="0" y="5"/>
                  </a:cubicBezTo>
                  <a:cubicBezTo>
                    <a:pt x="0" y="7"/>
                    <a:pt x="2" y="10"/>
                    <a:pt x="5" y="10"/>
                  </a:cubicBezTo>
                  <a:cubicBezTo>
                    <a:pt x="136" y="10"/>
                    <a:pt x="136" y="10"/>
                    <a:pt x="136" y="10"/>
                  </a:cubicBezTo>
                  <a:cubicBezTo>
                    <a:pt x="139" y="10"/>
                    <a:pt x="141" y="7"/>
                    <a:pt x="141" y="5"/>
                  </a:cubicBezTo>
                  <a:cubicBezTo>
                    <a:pt x="141" y="2"/>
                    <a:pt x="139" y="0"/>
                    <a:pt x="13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80682" tIns="40341" rIns="80682" bIns="4034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88" b="0" i="0" u="none" strike="noStrike" kern="1200" cap="none" spc="0" normalizeH="0" baseline="0" noProof="0">
                <a:ln>
                  <a:noFill/>
                </a:ln>
                <a:solidFill>
                  <a:prstClr val="black"/>
                </a:solidFill>
                <a:effectLst/>
                <a:uLnTx/>
                <a:uFillTx/>
                <a:latin typeface="Aptos"/>
                <a:ea typeface="+mn-ea"/>
                <a:cs typeface="+mn-cs"/>
              </a:endParaRPr>
            </a:p>
          </p:txBody>
        </p:sp>
        <p:sp>
          <p:nvSpPr>
            <p:cNvPr id="57" name="Freeform 605">
              <a:extLst>
                <a:ext uri="{FF2B5EF4-FFF2-40B4-BE49-F238E27FC236}">
                  <a16:creationId xmlns:a16="http://schemas.microsoft.com/office/drawing/2014/main" id="{DA6C1598-C270-1B64-4312-5ED2F51218BC}"/>
                </a:ext>
              </a:extLst>
            </p:cNvPr>
            <p:cNvSpPr>
              <a:spLocks/>
            </p:cNvSpPr>
            <p:nvPr/>
          </p:nvSpPr>
          <p:spPr bwMode="auto">
            <a:xfrm>
              <a:off x="11549063" y="6748463"/>
              <a:ext cx="322263" cy="22225"/>
            </a:xfrm>
            <a:custGeom>
              <a:avLst/>
              <a:gdLst>
                <a:gd name="T0" fmla="*/ 136 w 141"/>
                <a:gd name="T1" fmla="*/ 0 h 10"/>
                <a:gd name="T2" fmla="*/ 5 w 141"/>
                <a:gd name="T3" fmla="*/ 0 h 10"/>
                <a:gd name="T4" fmla="*/ 0 w 141"/>
                <a:gd name="T5" fmla="*/ 5 h 10"/>
                <a:gd name="T6" fmla="*/ 5 w 141"/>
                <a:gd name="T7" fmla="*/ 10 h 10"/>
                <a:gd name="T8" fmla="*/ 136 w 141"/>
                <a:gd name="T9" fmla="*/ 10 h 10"/>
                <a:gd name="T10" fmla="*/ 141 w 141"/>
                <a:gd name="T11" fmla="*/ 5 h 10"/>
                <a:gd name="T12" fmla="*/ 136 w 141"/>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141" h="10">
                  <a:moveTo>
                    <a:pt x="136" y="0"/>
                  </a:moveTo>
                  <a:cubicBezTo>
                    <a:pt x="5" y="0"/>
                    <a:pt x="5" y="0"/>
                    <a:pt x="5" y="0"/>
                  </a:cubicBezTo>
                  <a:cubicBezTo>
                    <a:pt x="2" y="0"/>
                    <a:pt x="0" y="2"/>
                    <a:pt x="0" y="5"/>
                  </a:cubicBezTo>
                  <a:cubicBezTo>
                    <a:pt x="0" y="7"/>
                    <a:pt x="2" y="10"/>
                    <a:pt x="5" y="10"/>
                  </a:cubicBezTo>
                  <a:cubicBezTo>
                    <a:pt x="136" y="10"/>
                    <a:pt x="136" y="10"/>
                    <a:pt x="136" y="10"/>
                  </a:cubicBezTo>
                  <a:cubicBezTo>
                    <a:pt x="139" y="10"/>
                    <a:pt x="141" y="7"/>
                    <a:pt x="141" y="5"/>
                  </a:cubicBezTo>
                  <a:cubicBezTo>
                    <a:pt x="141" y="2"/>
                    <a:pt x="139" y="0"/>
                    <a:pt x="13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80682" tIns="40341" rIns="80682" bIns="4034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88" b="0" i="0" u="none" strike="noStrike" kern="1200" cap="none" spc="0" normalizeH="0" baseline="0" noProof="0">
                <a:ln>
                  <a:noFill/>
                </a:ln>
                <a:solidFill>
                  <a:prstClr val="black"/>
                </a:solidFill>
                <a:effectLst/>
                <a:uLnTx/>
                <a:uFillTx/>
                <a:latin typeface="Aptos"/>
                <a:ea typeface="+mn-ea"/>
                <a:cs typeface="+mn-cs"/>
              </a:endParaRPr>
            </a:p>
          </p:txBody>
        </p:sp>
        <p:sp>
          <p:nvSpPr>
            <p:cNvPr id="58" name="Freeform 606">
              <a:extLst>
                <a:ext uri="{FF2B5EF4-FFF2-40B4-BE49-F238E27FC236}">
                  <a16:creationId xmlns:a16="http://schemas.microsoft.com/office/drawing/2014/main" id="{046C57EF-5FBC-0823-ABD6-7922BCD4017D}"/>
                </a:ext>
              </a:extLst>
            </p:cNvPr>
            <p:cNvSpPr>
              <a:spLocks/>
            </p:cNvSpPr>
            <p:nvPr/>
          </p:nvSpPr>
          <p:spPr bwMode="auto">
            <a:xfrm>
              <a:off x="11549063" y="6588126"/>
              <a:ext cx="322263" cy="20638"/>
            </a:xfrm>
            <a:custGeom>
              <a:avLst/>
              <a:gdLst>
                <a:gd name="T0" fmla="*/ 5 w 141"/>
                <a:gd name="T1" fmla="*/ 9 h 9"/>
                <a:gd name="T2" fmla="*/ 136 w 141"/>
                <a:gd name="T3" fmla="*/ 9 h 9"/>
                <a:gd name="T4" fmla="*/ 141 w 141"/>
                <a:gd name="T5" fmla="*/ 5 h 9"/>
                <a:gd name="T6" fmla="*/ 136 w 141"/>
                <a:gd name="T7" fmla="*/ 0 h 9"/>
                <a:gd name="T8" fmla="*/ 5 w 141"/>
                <a:gd name="T9" fmla="*/ 0 h 9"/>
                <a:gd name="T10" fmla="*/ 0 w 141"/>
                <a:gd name="T11" fmla="*/ 5 h 9"/>
                <a:gd name="T12" fmla="*/ 5 w 141"/>
                <a:gd name="T13" fmla="*/ 9 h 9"/>
              </a:gdLst>
              <a:ahLst/>
              <a:cxnLst>
                <a:cxn ang="0">
                  <a:pos x="T0" y="T1"/>
                </a:cxn>
                <a:cxn ang="0">
                  <a:pos x="T2" y="T3"/>
                </a:cxn>
                <a:cxn ang="0">
                  <a:pos x="T4" y="T5"/>
                </a:cxn>
                <a:cxn ang="0">
                  <a:pos x="T6" y="T7"/>
                </a:cxn>
                <a:cxn ang="0">
                  <a:pos x="T8" y="T9"/>
                </a:cxn>
                <a:cxn ang="0">
                  <a:pos x="T10" y="T11"/>
                </a:cxn>
                <a:cxn ang="0">
                  <a:pos x="T12" y="T13"/>
                </a:cxn>
              </a:cxnLst>
              <a:rect l="0" t="0" r="r" b="b"/>
              <a:pathLst>
                <a:path w="141" h="9">
                  <a:moveTo>
                    <a:pt x="5" y="9"/>
                  </a:moveTo>
                  <a:cubicBezTo>
                    <a:pt x="136" y="9"/>
                    <a:pt x="136" y="9"/>
                    <a:pt x="136" y="9"/>
                  </a:cubicBezTo>
                  <a:cubicBezTo>
                    <a:pt x="139" y="9"/>
                    <a:pt x="141" y="7"/>
                    <a:pt x="141" y="5"/>
                  </a:cubicBezTo>
                  <a:cubicBezTo>
                    <a:pt x="141" y="2"/>
                    <a:pt x="139" y="0"/>
                    <a:pt x="136" y="0"/>
                  </a:cubicBezTo>
                  <a:cubicBezTo>
                    <a:pt x="5" y="0"/>
                    <a:pt x="5" y="0"/>
                    <a:pt x="5" y="0"/>
                  </a:cubicBezTo>
                  <a:cubicBezTo>
                    <a:pt x="2" y="0"/>
                    <a:pt x="0" y="2"/>
                    <a:pt x="0" y="5"/>
                  </a:cubicBezTo>
                  <a:cubicBezTo>
                    <a:pt x="0" y="7"/>
                    <a:pt x="2" y="9"/>
                    <a:pt x="5" y="9"/>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80682" tIns="40341" rIns="80682" bIns="4034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88" b="0" i="0" u="none" strike="noStrike" kern="1200" cap="none" spc="0" normalizeH="0" baseline="0" noProof="0">
                <a:ln>
                  <a:noFill/>
                </a:ln>
                <a:solidFill>
                  <a:prstClr val="black"/>
                </a:solidFill>
                <a:effectLst/>
                <a:uLnTx/>
                <a:uFillTx/>
                <a:latin typeface="Aptos"/>
                <a:ea typeface="+mn-ea"/>
                <a:cs typeface="+mn-cs"/>
              </a:endParaRPr>
            </a:p>
          </p:txBody>
        </p:sp>
      </p:grpSp>
      <p:sp>
        <p:nvSpPr>
          <p:cNvPr id="50" name="Rectangle 49">
            <a:extLst>
              <a:ext uri="{FF2B5EF4-FFF2-40B4-BE49-F238E27FC236}">
                <a16:creationId xmlns:a16="http://schemas.microsoft.com/office/drawing/2014/main" id="{1EF999FB-53EA-7D68-F88F-70449BF49035}"/>
              </a:ext>
            </a:extLst>
          </p:cNvPr>
          <p:cNvSpPr/>
          <p:nvPr/>
        </p:nvSpPr>
        <p:spPr>
          <a:xfrm>
            <a:off x="2265190" y="3554800"/>
            <a:ext cx="940682" cy="253916"/>
          </a:xfrm>
          <a:prstGeom prst="rect">
            <a:avLst/>
          </a:prstGeom>
        </p:spPr>
        <p:txBody>
          <a:bodyPr wrap="square">
            <a:spAutoFit/>
          </a:bodyPr>
          <a:lstStyle/>
          <a:p>
            <a:pPr marL="0" marR="0" lvl="0" indent="0" algn="ctr" defTabSz="89901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white"/>
                </a:solidFill>
                <a:effectLst/>
                <a:uLnTx/>
                <a:uFillTx/>
                <a:latin typeface="Aptos" panose="020B0004020202020204" pitchFamily="34" charset="0"/>
                <a:ea typeface="Open Sans" panose="020B0606030504020204" pitchFamily="34" charset="0"/>
                <a:cs typeface="Open Sans" panose="020B0606030504020204" pitchFamily="34" charset="0"/>
              </a:rPr>
              <a:t>Fit-gap</a:t>
            </a:r>
          </a:p>
        </p:txBody>
      </p:sp>
      <p:grpSp>
        <p:nvGrpSpPr>
          <p:cNvPr id="59" name="Group 58">
            <a:extLst>
              <a:ext uri="{FF2B5EF4-FFF2-40B4-BE49-F238E27FC236}">
                <a16:creationId xmlns:a16="http://schemas.microsoft.com/office/drawing/2014/main" id="{C8107B82-360C-1F88-43AE-53C0A072BFE4}"/>
              </a:ext>
            </a:extLst>
          </p:cNvPr>
          <p:cNvGrpSpPr/>
          <p:nvPr/>
        </p:nvGrpSpPr>
        <p:grpSpPr>
          <a:xfrm>
            <a:off x="2582008" y="3016868"/>
            <a:ext cx="370763" cy="370763"/>
            <a:chOff x="1709738" y="6567488"/>
            <a:chExt cx="563562" cy="563563"/>
          </a:xfrm>
          <a:solidFill>
            <a:srgbClr val="009A44"/>
          </a:solidFill>
        </p:grpSpPr>
        <p:sp>
          <p:nvSpPr>
            <p:cNvPr id="60" name="Freeform 149">
              <a:extLst>
                <a:ext uri="{FF2B5EF4-FFF2-40B4-BE49-F238E27FC236}">
                  <a16:creationId xmlns:a16="http://schemas.microsoft.com/office/drawing/2014/main" id="{3E08BDEE-88AB-2F7F-02C7-4DC211A3F4BD}"/>
                </a:ext>
              </a:extLst>
            </p:cNvPr>
            <p:cNvSpPr>
              <a:spLocks noEditPoints="1"/>
            </p:cNvSpPr>
            <p:nvPr/>
          </p:nvSpPr>
          <p:spPr bwMode="auto">
            <a:xfrm>
              <a:off x="1838325" y="6567488"/>
              <a:ext cx="434975" cy="434975"/>
            </a:xfrm>
            <a:custGeom>
              <a:avLst/>
              <a:gdLst>
                <a:gd name="T0" fmla="*/ 176 w 180"/>
                <a:gd name="T1" fmla="*/ 101 h 180"/>
                <a:gd name="T2" fmla="*/ 174 w 180"/>
                <a:gd name="T3" fmla="*/ 99 h 180"/>
                <a:gd name="T4" fmla="*/ 160 w 180"/>
                <a:gd name="T5" fmla="*/ 96 h 180"/>
                <a:gd name="T6" fmla="*/ 85 w 180"/>
                <a:gd name="T7" fmla="*/ 21 h 180"/>
                <a:gd name="T8" fmla="*/ 81 w 180"/>
                <a:gd name="T9" fmla="*/ 7 h 180"/>
                <a:gd name="T10" fmla="*/ 80 w 180"/>
                <a:gd name="T11" fmla="*/ 5 h 180"/>
                <a:gd name="T12" fmla="*/ 59 w 180"/>
                <a:gd name="T13" fmla="*/ 5 h 180"/>
                <a:gd name="T14" fmla="*/ 5 w 180"/>
                <a:gd name="T15" fmla="*/ 59 h 180"/>
                <a:gd name="T16" fmla="*/ 5 w 180"/>
                <a:gd name="T17" fmla="*/ 80 h 180"/>
                <a:gd name="T18" fmla="*/ 7 w 180"/>
                <a:gd name="T19" fmla="*/ 81 h 180"/>
                <a:gd name="T20" fmla="*/ 21 w 180"/>
                <a:gd name="T21" fmla="*/ 85 h 180"/>
                <a:gd name="T22" fmla="*/ 96 w 180"/>
                <a:gd name="T23" fmla="*/ 160 h 180"/>
                <a:gd name="T24" fmla="*/ 100 w 180"/>
                <a:gd name="T25" fmla="*/ 174 h 180"/>
                <a:gd name="T26" fmla="*/ 101 w 180"/>
                <a:gd name="T27" fmla="*/ 175 h 180"/>
                <a:gd name="T28" fmla="*/ 112 w 180"/>
                <a:gd name="T29" fmla="*/ 180 h 180"/>
                <a:gd name="T30" fmla="*/ 122 w 180"/>
                <a:gd name="T31" fmla="*/ 175 h 180"/>
                <a:gd name="T32" fmla="*/ 176 w 180"/>
                <a:gd name="T33" fmla="*/ 122 h 180"/>
                <a:gd name="T34" fmla="*/ 180 w 180"/>
                <a:gd name="T35" fmla="*/ 111 h 180"/>
                <a:gd name="T36" fmla="*/ 176 w 180"/>
                <a:gd name="T37" fmla="*/ 101 h 180"/>
                <a:gd name="T38" fmla="*/ 14 w 180"/>
                <a:gd name="T39" fmla="*/ 74 h 180"/>
                <a:gd name="T40" fmla="*/ 12 w 180"/>
                <a:gd name="T41" fmla="*/ 73 h 180"/>
                <a:gd name="T42" fmla="*/ 11 w 180"/>
                <a:gd name="T43" fmla="*/ 69 h 180"/>
                <a:gd name="T44" fmla="*/ 12 w 180"/>
                <a:gd name="T45" fmla="*/ 66 h 180"/>
                <a:gd name="T46" fmla="*/ 66 w 180"/>
                <a:gd name="T47" fmla="*/ 12 h 180"/>
                <a:gd name="T48" fmla="*/ 73 w 180"/>
                <a:gd name="T49" fmla="*/ 12 h 180"/>
                <a:gd name="T50" fmla="*/ 74 w 180"/>
                <a:gd name="T51" fmla="*/ 14 h 180"/>
                <a:gd name="T52" fmla="*/ 75 w 180"/>
                <a:gd name="T53" fmla="*/ 19 h 180"/>
                <a:gd name="T54" fmla="*/ 20 w 180"/>
                <a:gd name="T55" fmla="*/ 75 h 180"/>
                <a:gd name="T56" fmla="*/ 14 w 180"/>
                <a:gd name="T57" fmla="*/ 74 h 180"/>
                <a:gd name="T58" fmla="*/ 29 w 180"/>
                <a:gd name="T59" fmla="*/ 79 h 180"/>
                <a:gd name="T60" fmla="*/ 79 w 180"/>
                <a:gd name="T61" fmla="*/ 29 h 180"/>
                <a:gd name="T62" fmla="*/ 152 w 180"/>
                <a:gd name="T63" fmla="*/ 102 h 180"/>
                <a:gd name="T64" fmla="*/ 102 w 180"/>
                <a:gd name="T65" fmla="*/ 151 h 180"/>
                <a:gd name="T66" fmla="*/ 29 w 180"/>
                <a:gd name="T67" fmla="*/ 79 h 180"/>
                <a:gd name="T68" fmla="*/ 169 w 180"/>
                <a:gd name="T69" fmla="*/ 115 h 180"/>
                <a:gd name="T70" fmla="*/ 115 w 180"/>
                <a:gd name="T71" fmla="*/ 168 h 180"/>
                <a:gd name="T72" fmla="*/ 108 w 180"/>
                <a:gd name="T73" fmla="*/ 168 h 180"/>
                <a:gd name="T74" fmla="*/ 107 w 180"/>
                <a:gd name="T75" fmla="*/ 167 h 180"/>
                <a:gd name="T76" fmla="*/ 106 w 180"/>
                <a:gd name="T77" fmla="*/ 161 h 180"/>
                <a:gd name="T78" fmla="*/ 162 w 180"/>
                <a:gd name="T79" fmla="*/ 106 h 180"/>
                <a:gd name="T80" fmla="*/ 167 w 180"/>
                <a:gd name="T81" fmla="*/ 106 h 180"/>
                <a:gd name="T82" fmla="*/ 169 w 180"/>
                <a:gd name="T83" fmla="*/ 108 h 180"/>
                <a:gd name="T84" fmla="*/ 170 w 180"/>
                <a:gd name="T85" fmla="*/ 111 h 180"/>
                <a:gd name="T86" fmla="*/ 169 w 180"/>
                <a:gd name="T87" fmla="*/ 115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80" h="180">
                  <a:moveTo>
                    <a:pt x="176" y="101"/>
                  </a:moveTo>
                  <a:cubicBezTo>
                    <a:pt x="174" y="99"/>
                    <a:pt x="174" y="99"/>
                    <a:pt x="174" y="99"/>
                  </a:cubicBezTo>
                  <a:cubicBezTo>
                    <a:pt x="170" y="96"/>
                    <a:pt x="165" y="94"/>
                    <a:pt x="160" y="96"/>
                  </a:cubicBezTo>
                  <a:cubicBezTo>
                    <a:pt x="85" y="21"/>
                    <a:pt x="85" y="21"/>
                    <a:pt x="85" y="21"/>
                  </a:cubicBezTo>
                  <a:cubicBezTo>
                    <a:pt x="87" y="16"/>
                    <a:pt x="85" y="11"/>
                    <a:pt x="81" y="7"/>
                  </a:cubicBezTo>
                  <a:cubicBezTo>
                    <a:pt x="80" y="5"/>
                    <a:pt x="80" y="5"/>
                    <a:pt x="80" y="5"/>
                  </a:cubicBezTo>
                  <a:cubicBezTo>
                    <a:pt x="74" y="0"/>
                    <a:pt x="65" y="0"/>
                    <a:pt x="59" y="5"/>
                  </a:cubicBezTo>
                  <a:cubicBezTo>
                    <a:pt x="5" y="59"/>
                    <a:pt x="5" y="59"/>
                    <a:pt x="5" y="59"/>
                  </a:cubicBezTo>
                  <a:cubicBezTo>
                    <a:pt x="0" y="65"/>
                    <a:pt x="0" y="74"/>
                    <a:pt x="5" y="80"/>
                  </a:cubicBezTo>
                  <a:cubicBezTo>
                    <a:pt x="7" y="81"/>
                    <a:pt x="7" y="81"/>
                    <a:pt x="7" y="81"/>
                  </a:cubicBezTo>
                  <a:cubicBezTo>
                    <a:pt x="11" y="85"/>
                    <a:pt x="16" y="86"/>
                    <a:pt x="21" y="85"/>
                  </a:cubicBezTo>
                  <a:cubicBezTo>
                    <a:pt x="96" y="160"/>
                    <a:pt x="96" y="160"/>
                    <a:pt x="96" y="160"/>
                  </a:cubicBezTo>
                  <a:cubicBezTo>
                    <a:pt x="95" y="165"/>
                    <a:pt x="96" y="170"/>
                    <a:pt x="100" y="174"/>
                  </a:cubicBezTo>
                  <a:cubicBezTo>
                    <a:pt x="101" y="175"/>
                    <a:pt x="101" y="175"/>
                    <a:pt x="101" y="175"/>
                  </a:cubicBezTo>
                  <a:cubicBezTo>
                    <a:pt x="104" y="178"/>
                    <a:pt x="108" y="180"/>
                    <a:pt x="112" y="180"/>
                  </a:cubicBezTo>
                  <a:cubicBezTo>
                    <a:pt x="116" y="180"/>
                    <a:pt x="119" y="178"/>
                    <a:pt x="122" y="175"/>
                  </a:cubicBezTo>
                  <a:cubicBezTo>
                    <a:pt x="176" y="122"/>
                    <a:pt x="176" y="122"/>
                    <a:pt x="176" y="122"/>
                  </a:cubicBezTo>
                  <a:cubicBezTo>
                    <a:pt x="178" y="119"/>
                    <a:pt x="180" y="115"/>
                    <a:pt x="180" y="111"/>
                  </a:cubicBezTo>
                  <a:cubicBezTo>
                    <a:pt x="180" y="107"/>
                    <a:pt x="178" y="104"/>
                    <a:pt x="176" y="101"/>
                  </a:cubicBezTo>
                  <a:close/>
                  <a:moveTo>
                    <a:pt x="14" y="74"/>
                  </a:moveTo>
                  <a:cubicBezTo>
                    <a:pt x="12" y="73"/>
                    <a:pt x="12" y="73"/>
                    <a:pt x="12" y="73"/>
                  </a:cubicBezTo>
                  <a:cubicBezTo>
                    <a:pt x="12" y="72"/>
                    <a:pt x="11" y="71"/>
                    <a:pt x="11" y="69"/>
                  </a:cubicBezTo>
                  <a:cubicBezTo>
                    <a:pt x="11" y="68"/>
                    <a:pt x="12" y="67"/>
                    <a:pt x="12" y="66"/>
                  </a:cubicBezTo>
                  <a:cubicBezTo>
                    <a:pt x="66" y="12"/>
                    <a:pt x="66" y="12"/>
                    <a:pt x="66" y="12"/>
                  </a:cubicBezTo>
                  <a:cubicBezTo>
                    <a:pt x="68" y="10"/>
                    <a:pt x="71" y="10"/>
                    <a:pt x="73" y="12"/>
                  </a:cubicBezTo>
                  <a:cubicBezTo>
                    <a:pt x="74" y="14"/>
                    <a:pt x="74" y="14"/>
                    <a:pt x="74" y="14"/>
                  </a:cubicBezTo>
                  <a:cubicBezTo>
                    <a:pt x="76" y="15"/>
                    <a:pt x="76" y="18"/>
                    <a:pt x="75" y="19"/>
                  </a:cubicBezTo>
                  <a:cubicBezTo>
                    <a:pt x="20" y="75"/>
                    <a:pt x="20" y="75"/>
                    <a:pt x="20" y="75"/>
                  </a:cubicBezTo>
                  <a:cubicBezTo>
                    <a:pt x="18" y="76"/>
                    <a:pt x="15" y="76"/>
                    <a:pt x="14" y="74"/>
                  </a:cubicBezTo>
                  <a:close/>
                  <a:moveTo>
                    <a:pt x="29" y="79"/>
                  </a:moveTo>
                  <a:cubicBezTo>
                    <a:pt x="79" y="29"/>
                    <a:pt x="79" y="29"/>
                    <a:pt x="79" y="29"/>
                  </a:cubicBezTo>
                  <a:cubicBezTo>
                    <a:pt x="152" y="102"/>
                    <a:pt x="152" y="102"/>
                    <a:pt x="152" y="102"/>
                  </a:cubicBezTo>
                  <a:cubicBezTo>
                    <a:pt x="102" y="151"/>
                    <a:pt x="102" y="151"/>
                    <a:pt x="102" y="151"/>
                  </a:cubicBezTo>
                  <a:lnTo>
                    <a:pt x="29" y="79"/>
                  </a:lnTo>
                  <a:close/>
                  <a:moveTo>
                    <a:pt x="169" y="115"/>
                  </a:moveTo>
                  <a:cubicBezTo>
                    <a:pt x="115" y="168"/>
                    <a:pt x="115" y="168"/>
                    <a:pt x="115" y="168"/>
                  </a:cubicBezTo>
                  <a:cubicBezTo>
                    <a:pt x="113" y="170"/>
                    <a:pt x="110" y="170"/>
                    <a:pt x="108" y="168"/>
                  </a:cubicBezTo>
                  <a:cubicBezTo>
                    <a:pt x="107" y="167"/>
                    <a:pt x="107" y="167"/>
                    <a:pt x="107" y="167"/>
                  </a:cubicBezTo>
                  <a:cubicBezTo>
                    <a:pt x="105" y="165"/>
                    <a:pt x="105" y="163"/>
                    <a:pt x="106" y="161"/>
                  </a:cubicBezTo>
                  <a:cubicBezTo>
                    <a:pt x="162" y="106"/>
                    <a:pt x="162" y="106"/>
                    <a:pt x="162" y="106"/>
                  </a:cubicBezTo>
                  <a:cubicBezTo>
                    <a:pt x="163" y="105"/>
                    <a:pt x="166" y="105"/>
                    <a:pt x="167" y="106"/>
                  </a:cubicBezTo>
                  <a:cubicBezTo>
                    <a:pt x="169" y="108"/>
                    <a:pt x="169" y="108"/>
                    <a:pt x="169" y="108"/>
                  </a:cubicBezTo>
                  <a:cubicBezTo>
                    <a:pt x="170" y="109"/>
                    <a:pt x="170" y="110"/>
                    <a:pt x="170" y="111"/>
                  </a:cubicBezTo>
                  <a:cubicBezTo>
                    <a:pt x="170" y="113"/>
                    <a:pt x="170" y="114"/>
                    <a:pt x="169" y="115"/>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80682" tIns="40341" rIns="80682" bIns="4034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88" b="0" i="0" u="none" strike="noStrike" kern="1200" cap="none" spc="0" normalizeH="0" baseline="0" noProof="0">
                <a:ln>
                  <a:noFill/>
                </a:ln>
                <a:solidFill>
                  <a:prstClr val="black"/>
                </a:solidFill>
                <a:effectLst/>
                <a:uLnTx/>
                <a:uFillTx/>
                <a:latin typeface="Aptos"/>
                <a:ea typeface="+mn-ea"/>
                <a:cs typeface="+mn-cs"/>
              </a:endParaRPr>
            </a:p>
          </p:txBody>
        </p:sp>
        <p:sp>
          <p:nvSpPr>
            <p:cNvPr id="61" name="Freeform 150">
              <a:extLst>
                <a:ext uri="{FF2B5EF4-FFF2-40B4-BE49-F238E27FC236}">
                  <a16:creationId xmlns:a16="http://schemas.microsoft.com/office/drawing/2014/main" id="{B0AB1D85-938D-1222-BC65-7D82DB96BF96}"/>
                </a:ext>
              </a:extLst>
            </p:cNvPr>
            <p:cNvSpPr>
              <a:spLocks/>
            </p:cNvSpPr>
            <p:nvPr/>
          </p:nvSpPr>
          <p:spPr bwMode="auto">
            <a:xfrm>
              <a:off x="1709738" y="6873876"/>
              <a:ext cx="258762" cy="257175"/>
            </a:xfrm>
            <a:custGeom>
              <a:avLst/>
              <a:gdLst>
                <a:gd name="T0" fmla="*/ 98 w 107"/>
                <a:gd name="T1" fmla="*/ 1 h 106"/>
                <a:gd name="T2" fmla="*/ 2 w 107"/>
                <a:gd name="T3" fmla="*/ 98 h 106"/>
                <a:gd name="T4" fmla="*/ 2 w 107"/>
                <a:gd name="T5" fmla="*/ 105 h 106"/>
                <a:gd name="T6" fmla="*/ 6 w 107"/>
                <a:gd name="T7" fmla="*/ 106 h 106"/>
                <a:gd name="T8" fmla="*/ 9 w 107"/>
                <a:gd name="T9" fmla="*/ 105 h 106"/>
                <a:gd name="T10" fmla="*/ 105 w 107"/>
                <a:gd name="T11" fmla="*/ 8 h 106"/>
                <a:gd name="T12" fmla="*/ 105 w 107"/>
                <a:gd name="T13" fmla="*/ 1 h 106"/>
                <a:gd name="T14" fmla="*/ 98 w 107"/>
                <a:gd name="T15" fmla="*/ 1 h 10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 h="106">
                  <a:moveTo>
                    <a:pt x="98" y="1"/>
                  </a:moveTo>
                  <a:cubicBezTo>
                    <a:pt x="2" y="98"/>
                    <a:pt x="2" y="98"/>
                    <a:pt x="2" y="98"/>
                  </a:cubicBezTo>
                  <a:cubicBezTo>
                    <a:pt x="0" y="100"/>
                    <a:pt x="0" y="103"/>
                    <a:pt x="2" y="105"/>
                  </a:cubicBezTo>
                  <a:cubicBezTo>
                    <a:pt x="3" y="106"/>
                    <a:pt x="4" y="106"/>
                    <a:pt x="6" y="106"/>
                  </a:cubicBezTo>
                  <a:cubicBezTo>
                    <a:pt x="7" y="106"/>
                    <a:pt x="8" y="106"/>
                    <a:pt x="9" y="105"/>
                  </a:cubicBezTo>
                  <a:cubicBezTo>
                    <a:pt x="105" y="8"/>
                    <a:pt x="105" y="8"/>
                    <a:pt x="105" y="8"/>
                  </a:cubicBezTo>
                  <a:cubicBezTo>
                    <a:pt x="107" y="6"/>
                    <a:pt x="107" y="3"/>
                    <a:pt x="105" y="1"/>
                  </a:cubicBezTo>
                  <a:cubicBezTo>
                    <a:pt x="104" y="0"/>
                    <a:pt x="100" y="0"/>
                    <a:pt x="98" y="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80682" tIns="40341" rIns="80682" bIns="4034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88" b="0" i="0" u="none" strike="noStrike" kern="1200" cap="none" spc="0" normalizeH="0" baseline="0" noProof="0">
                <a:ln>
                  <a:noFill/>
                </a:ln>
                <a:solidFill>
                  <a:prstClr val="black"/>
                </a:solidFill>
                <a:effectLst/>
                <a:uLnTx/>
                <a:uFillTx/>
                <a:latin typeface="Aptos"/>
                <a:ea typeface="+mn-ea"/>
                <a:cs typeface="+mn-cs"/>
              </a:endParaRPr>
            </a:p>
          </p:txBody>
        </p:sp>
      </p:grpSp>
      <p:sp>
        <p:nvSpPr>
          <p:cNvPr id="14" name="Rectangle 13">
            <a:extLst>
              <a:ext uri="{FF2B5EF4-FFF2-40B4-BE49-F238E27FC236}">
                <a16:creationId xmlns:a16="http://schemas.microsoft.com/office/drawing/2014/main" id="{9A897F28-62F4-5EFF-2A05-06E68FA28E0C}"/>
              </a:ext>
            </a:extLst>
          </p:cNvPr>
          <p:cNvSpPr/>
          <p:nvPr/>
        </p:nvSpPr>
        <p:spPr>
          <a:xfrm>
            <a:off x="425610" y="3554800"/>
            <a:ext cx="940682" cy="253916"/>
          </a:xfrm>
          <a:prstGeom prst="rect">
            <a:avLst/>
          </a:prstGeom>
        </p:spPr>
        <p:txBody>
          <a:bodyPr wrap="square">
            <a:spAutoFit/>
          </a:bodyPr>
          <a:lstStyle/>
          <a:p>
            <a:pPr marL="0" marR="0" lvl="0" indent="0" algn="ctr" defTabSz="89901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white"/>
                </a:solidFill>
                <a:effectLst/>
                <a:uLnTx/>
                <a:uFillTx/>
                <a:latin typeface="Aptos" panose="020B0004020202020204" pitchFamily="34" charset="0"/>
                <a:ea typeface="Open Sans" panose="020B0606030504020204" pitchFamily="34" charset="0"/>
                <a:cs typeface="Open Sans" panose="020B0606030504020204" pitchFamily="34" charset="0"/>
              </a:rPr>
              <a:t>Discovery</a:t>
            </a:r>
          </a:p>
        </p:txBody>
      </p:sp>
      <p:pic>
        <p:nvPicPr>
          <p:cNvPr id="20" name="Graphic 19" descr="Magnifying glass with solid fill">
            <a:extLst>
              <a:ext uri="{FF2B5EF4-FFF2-40B4-BE49-F238E27FC236}">
                <a16:creationId xmlns:a16="http://schemas.microsoft.com/office/drawing/2014/main" id="{8C4EF19B-D20B-A85C-6340-4BC2A73A65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2580" y="2995357"/>
            <a:ext cx="413785" cy="413785"/>
          </a:xfrm>
          <a:prstGeom prst="rect">
            <a:avLst/>
          </a:prstGeom>
        </p:spPr>
      </p:pic>
      <p:pic>
        <p:nvPicPr>
          <p:cNvPr id="29" name="Graphic 28" descr="Rocket outline">
            <a:extLst>
              <a:ext uri="{FF2B5EF4-FFF2-40B4-BE49-F238E27FC236}">
                <a16:creationId xmlns:a16="http://schemas.microsoft.com/office/drawing/2014/main" id="{1DA2EC62-7768-F094-06F3-47C78350B04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38793" y="2563804"/>
            <a:ext cx="480713" cy="480713"/>
          </a:xfrm>
          <a:prstGeom prst="rect">
            <a:avLst/>
          </a:prstGeom>
        </p:spPr>
      </p:pic>
      <p:grpSp>
        <p:nvGrpSpPr>
          <p:cNvPr id="27" name="General_Border_33">
            <a:extLst>
              <a:ext uri="{FF2B5EF4-FFF2-40B4-BE49-F238E27FC236}">
                <a16:creationId xmlns:a16="http://schemas.microsoft.com/office/drawing/2014/main" id="{DEB1DC9F-ECA6-3EFB-E0E8-CDD10AA367F5}"/>
              </a:ext>
            </a:extLst>
          </p:cNvPr>
          <p:cNvGrpSpPr>
            <a:grpSpLocks noChangeAspect="1"/>
          </p:cNvGrpSpPr>
          <p:nvPr/>
        </p:nvGrpSpPr>
        <p:grpSpPr bwMode="auto">
          <a:xfrm>
            <a:off x="3478267" y="3046812"/>
            <a:ext cx="228757" cy="310875"/>
            <a:chOff x="4312" y="1261"/>
            <a:chExt cx="156" cy="212"/>
          </a:xfrm>
          <a:solidFill>
            <a:srgbClr val="009A44"/>
          </a:solidFill>
        </p:grpSpPr>
        <p:sp>
          <p:nvSpPr>
            <p:cNvPr id="30" name="Freeform 338">
              <a:extLst>
                <a:ext uri="{FF2B5EF4-FFF2-40B4-BE49-F238E27FC236}">
                  <a16:creationId xmlns:a16="http://schemas.microsoft.com/office/drawing/2014/main" id="{CD394AFD-5FD0-65D0-47EF-ACBB093B1A92}"/>
                </a:ext>
              </a:extLst>
            </p:cNvPr>
            <p:cNvSpPr>
              <a:spLocks noEditPoints="1"/>
            </p:cNvSpPr>
            <p:nvPr/>
          </p:nvSpPr>
          <p:spPr bwMode="auto">
            <a:xfrm>
              <a:off x="4312" y="1261"/>
              <a:ext cx="156" cy="212"/>
            </a:xfrm>
            <a:custGeom>
              <a:avLst/>
              <a:gdLst>
                <a:gd name="T0" fmla="*/ 234 w 235"/>
                <a:gd name="T1" fmla="*/ 81 h 320"/>
                <a:gd name="T2" fmla="*/ 232 w 235"/>
                <a:gd name="T3" fmla="*/ 77 h 320"/>
                <a:gd name="T4" fmla="*/ 157 w 235"/>
                <a:gd name="T5" fmla="*/ 3 h 320"/>
                <a:gd name="T6" fmla="*/ 154 w 235"/>
                <a:gd name="T7" fmla="*/ 0 h 320"/>
                <a:gd name="T8" fmla="*/ 150 w 235"/>
                <a:gd name="T9" fmla="*/ 0 h 320"/>
                <a:gd name="T10" fmla="*/ 11 w 235"/>
                <a:gd name="T11" fmla="*/ 0 h 320"/>
                <a:gd name="T12" fmla="*/ 0 w 235"/>
                <a:gd name="T13" fmla="*/ 10 h 320"/>
                <a:gd name="T14" fmla="*/ 0 w 235"/>
                <a:gd name="T15" fmla="*/ 309 h 320"/>
                <a:gd name="T16" fmla="*/ 11 w 235"/>
                <a:gd name="T17" fmla="*/ 320 h 320"/>
                <a:gd name="T18" fmla="*/ 224 w 235"/>
                <a:gd name="T19" fmla="*/ 320 h 320"/>
                <a:gd name="T20" fmla="*/ 235 w 235"/>
                <a:gd name="T21" fmla="*/ 309 h 320"/>
                <a:gd name="T22" fmla="*/ 235 w 235"/>
                <a:gd name="T23" fmla="*/ 85 h 320"/>
                <a:gd name="T24" fmla="*/ 234 w 235"/>
                <a:gd name="T25" fmla="*/ 81 h 320"/>
                <a:gd name="T26" fmla="*/ 160 w 235"/>
                <a:gd name="T27" fmla="*/ 36 h 320"/>
                <a:gd name="T28" fmla="*/ 199 w 235"/>
                <a:gd name="T29" fmla="*/ 74 h 320"/>
                <a:gd name="T30" fmla="*/ 160 w 235"/>
                <a:gd name="T31" fmla="*/ 74 h 320"/>
                <a:gd name="T32" fmla="*/ 160 w 235"/>
                <a:gd name="T33" fmla="*/ 36 h 320"/>
                <a:gd name="T34" fmla="*/ 22 w 235"/>
                <a:gd name="T35" fmla="*/ 298 h 320"/>
                <a:gd name="T36" fmla="*/ 22 w 235"/>
                <a:gd name="T37" fmla="*/ 21 h 320"/>
                <a:gd name="T38" fmla="*/ 139 w 235"/>
                <a:gd name="T39" fmla="*/ 21 h 320"/>
                <a:gd name="T40" fmla="*/ 139 w 235"/>
                <a:gd name="T41" fmla="*/ 85 h 320"/>
                <a:gd name="T42" fmla="*/ 150 w 235"/>
                <a:gd name="T43" fmla="*/ 96 h 320"/>
                <a:gd name="T44" fmla="*/ 214 w 235"/>
                <a:gd name="T45" fmla="*/ 96 h 320"/>
                <a:gd name="T46" fmla="*/ 214 w 235"/>
                <a:gd name="T47" fmla="*/ 298 h 320"/>
                <a:gd name="T48" fmla="*/ 22 w 235"/>
                <a:gd name="T49" fmla="*/ 298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5" h="320">
                  <a:moveTo>
                    <a:pt x="234" y="81"/>
                  </a:moveTo>
                  <a:cubicBezTo>
                    <a:pt x="234" y="80"/>
                    <a:pt x="233" y="78"/>
                    <a:pt x="232" y="77"/>
                  </a:cubicBezTo>
                  <a:cubicBezTo>
                    <a:pt x="157" y="3"/>
                    <a:pt x="157" y="3"/>
                    <a:pt x="157" y="3"/>
                  </a:cubicBezTo>
                  <a:cubicBezTo>
                    <a:pt x="156" y="2"/>
                    <a:pt x="155" y="1"/>
                    <a:pt x="154" y="0"/>
                  </a:cubicBezTo>
                  <a:cubicBezTo>
                    <a:pt x="152" y="0"/>
                    <a:pt x="151" y="0"/>
                    <a:pt x="150" y="0"/>
                  </a:cubicBezTo>
                  <a:cubicBezTo>
                    <a:pt x="11" y="0"/>
                    <a:pt x="11" y="0"/>
                    <a:pt x="11" y="0"/>
                  </a:cubicBezTo>
                  <a:cubicBezTo>
                    <a:pt x="5" y="0"/>
                    <a:pt x="0" y="4"/>
                    <a:pt x="0" y="10"/>
                  </a:cubicBezTo>
                  <a:cubicBezTo>
                    <a:pt x="0" y="309"/>
                    <a:pt x="0" y="309"/>
                    <a:pt x="0" y="309"/>
                  </a:cubicBezTo>
                  <a:cubicBezTo>
                    <a:pt x="0" y="315"/>
                    <a:pt x="5" y="320"/>
                    <a:pt x="11" y="320"/>
                  </a:cubicBezTo>
                  <a:cubicBezTo>
                    <a:pt x="224" y="320"/>
                    <a:pt x="224" y="320"/>
                    <a:pt x="224" y="320"/>
                  </a:cubicBezTo>
                  <a:cubicBezTo>
                    <a:pt x="230" y="320"/>
                    <a:pt x="235" y="315"/>
                    <a:pt x="235" y="309"/>
                  </a:cubicBezTo>
                  <a:cubicBezTo>
                    <a:pt x="235" y="85"/>
                    <a:pt x="235" y="85"/>
                    <a:pt x="235" y="85"/>
                  </a:cubicBezTo>
                  <a:cubicBezTo>
                    <a:pt x="235" y="84"/>
                    <a:pt x="235" y="82"/>
                    <a:pt x="234" y="81"/>
                  </a:cubicBezTo>
                  <a:close/>
                  <a:moveTo>
                    <a:pt x="160" y="36"/>
                  </a:moveTo>
                  <a:cubicBezTo>
                    <a:pt x="199" y="74"/>
                    <a:pt x="199" y="74"/>
                    <a:pt x="199" y="74"/>
                  </a:cubicBezTo>
                  <a:cubicBezTo>
                    <a:pt x="160" y="74"/>
                    <a:pt x="160" y="74"/>
                    <a:pt x="160" y="74"/>
                  </a:cubicBezTo>
                  <a:lnTo>
                    <a:pt x="160" y="36"/>
                  </a:lnTo>
                  <a:close/>
                  <a:moveTo>
                    <a:pt x="22" y="298"/>
                  </a:moveTo>
                  <a:cubicBezTo>
                    <a:pt x="22" y="21"/>
                    <a:pt x="22" y="21"/>
                    <a:pt x="22" y="21"/>
                  </a:cubicBezTo>
                  <a:cubicBezTo>
                    <a:pt x="139" y="21"/>
                    <a:pt x="139" y="21"/>
                    <a:pt x="139" y="21"/>
                  </a:cubicBezTo>
                  <a:cubicBezTo>
                    <a:pt x="139" y="85"/>
                    <a:pt x="139" y="85"/>
                    <a:pt x="139" y="85"/>
                  </a:cubicBezTo>
                  <a:cubicBezTo>
                    <a:pt x="139" y="91"/>
                    <a:pt x="144" y="96"/>
                    <a:pt x="150" y="96"/>
                  </a:cubicBezTo>
                  <a:cubicBezTo>
                    <a:pt x="214" y="96"/>
                    <a:pt x="214" y="96"/>
                    <a:pt x="214" y="96"/>
                  </a:cubicBezTo>
                  <a:cubicBezTo>
                    <a:pt x="214" y="298"/>
                    <a:pt x="214" y="298"/>
                    <a:pt x="214" y="298"/>
                  </a:cubicBezTo>
                  <a:lnTo>
                    <a:pt x="22" y="2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ptos"/>
                <a:ea typeface="+mn-ea"/>
                <a:cs typeface="+mn-cs"/>
              </a:endParaRPr>
            </a:p>
          </p:txBody>
        </p:sp>
        <p:sp>
          <p:nvSpPr>
            <p:cNvPr id="31" name="Freeform 339">
              <a:extLst>
                <a:ext uri="{FF2B5EF4-FFF2-40B4-BE49-F238E27FC236}">
                  <a16:creationId xmlns:a16="http://schemas.microsoft.com/office/drawing/2014/main" id="{A78D9747-3363-FC26-656B-D33D9DFF6927}"/>
                </a:ext>
              </a:extLst>
            </p:cNvPr>
            <p:cNvSpPr>
              <a:spLocks/>
            </p:cNvSpPr>
            <p:nvPr/>
          </p:nvSpPr>
          <p:spPr bwMode="auto">
            <a:xfrm>
              <a:off x="4340" y="1431"/>
              <a:ext cx="99" cy="14"/>
            </a:xfrm>
            <a:custGeom>
              <a:avLst/>
              <a:gdLst>
                <a:gd name="T0" fmla="*/ 139 w 149"/>
                <a:gd name="T1" fmla="*/ 0 h 21"/>
                <a:gd name="T2" fmla="*/ 11 w 149"/>
                <a:gd name="T3" fmla="*/ 0 h 21"/>
                <a:gd name="T4" fmla="*/ 0 w 149"/>
                <a:gd name="T5" fmla="*/ 10 h 21"/>
                <a:gd name="T6" fmla="*/ 11 w 149"/>
                <a:gd name="T7" fmla="*/ 21 h 21"/>
                <a:gd name="T8" fmla="*/ 139 w 149"/>
                <a:gd name="T9" fmla="*/ 21 h 21"/>
                <a:gd name="T10" fmla="*/ 149 w 149"/>
                <a:gd name="T11" fmla="*/ 10 h 21"/>
                <a:gd name="T12" fmla="*/ 139 w 149"/>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149" h="21">
                  <a:moveTo>
                    <a:pt x="139" y="0"/>
                  </a:moveTo>
                  <a:cubicBezTo>
                    <a:pt x="11" y="0"/>
                    <a:pt x="11" y="0"/>
                    <a:pt x="11" y="0"/>
                  </a:cubicBezTo>
                  <a:cubicBezTo>
                    <a:pt x="5" y="0"/>
                    <a:pt x="0" y="4"/>
                    <a:pt x="0" y="10"/>
                  </a:cubicBezTo>
                  <a:cubicBezTo>
                    <a:pt x="0" y="16"/>
                    <a:pt x="5" y="21"/>
                    <a:pt x="11" y="21"/>
                  </a:cubicBezTo>
                  <a:cubicBezTo>
                    <a:pt x="139" y="21"/>
                    <a:pt x="139" y="21"/>
                    <a:pt x="139" y="21"/>
                  </a:cubicBezTo>
                  <a:cubicBezTo>
                    <a:pt x="145" y="21"/>
                    <a:pt x="149" y="16"/>
                    <a:pt x="149" y="10"/>
                  </a:cubicBezTo>
                  <a:cubicBezTo>
                    <a:pt x="149" y="4"/>
                    <a:pt x="145" y="0"/>
                    <a:pt x="139"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ptos"/>
                <a:ea typeface="+mn-ea"/>
                <a:cs typeface="+mn-cs"/>
              </a:endParaRPr>
            </a:p>
          </p:txBody>
        </p:sp>
        <p:sp>
          <p:nvSpPr>
            <p:cNvPr id="32" name="Freeform 340">
              <a:extLst>
                <a:ext uri="{FF2B5EF4-FFF2-40B4-BE49-F238E27FC236}">
                  <a16:creationId xmlns:a16="http://schemas.microsoft.com/office/drawing/2014/main" id="{887FEB3B-60E1-6C19-B036-32573894CDAB}"/>
                </a:ext>
              </a:extLst>
            </p:cNvPr>
            <p:cNvSpPr>
              <a:spLocks/>
            </p:cNvSpPr>
            <p:nvPr/>
          </p:nvSpPr>
          <p:spPr bwMode="auto">
            <a:xfrm>
              <a:off x="4340" y="1402"/>
              <a:ext cx="99" cy="14"/>
            </a:xfrm>
            <a:custGeom>
              <a:avLst/>
              <a:gdLst>
                <a:gd name="T0" fmla="*/ 139 w 149"/>
                <a:gd name="T1" fmla="*/ 0 h 21"/>
                <a:gd name="T2" fmla="*/ 11 w 149"/>
                <a:gd name="T3" fmla="*/ 0 h 21"/>
                <a:gd name="T4" fmla="*/ 0 w 149"/>
                <a:gd name="T5" fmla="*/ 11 h 21"/>
                <a:gd name="T6" fmla="*/ 11 w 149"/>
                <a:gd name="T7" fmla="*/ 21 h 21"/>
                <a:gd name="T8" fmla="*/ 139 w 149"/>
                <a:gd name="T9" fmla="*/ 21 h 21"/>
                <a:gd name="T10" fmla="*/ 149 w 149"/>
                <a:gd name="T11" fmla="*/ 11 h 21"/>
                <a:gd name="T12" fmla="*/ 139 w 149"/>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149" h="21">
                  <a:moveTo>
                    <a:pt x="139" y="0"/>
                  </a:moveTo>
                  <a:cubicBezTo>
                    <a:pt x="11" y="0"/>
                    <a:pt x="11" y="0"/>
                    <a:pt x="11" y="0"/>
                  </a:cubicBezTo>
                  <a:cubicBezTo>
                    <a:pt x="5" y="0"/>
                    <a:pt x="0" y="5"/>
                    <a:pt x="0" y="11"/>
                  </a:cubicBezTo>
                  <a:cubicBezTo>
                    <a:pt x="0" y="17"/>
                    <a:pt x="5" y="21"/>
                    <a:pt x="11" y="21"/>
                  </a:cubicBezTo>
                  <a:cubicBezTo>
                    <a:pt x="139" y="21"/>
                    <a:pt x="139" y="21"/>
                    <a:pt x="139" y="21"/>
                  </a:cubicBezTo>
                  <a:cubicBezTo>
                    <a:pt x="145" y="21"/>
                    <a:pt x="149" y="17"/>
                    <a:pt x="149" y="11"/>
                  </a:cubicBezTo>
                  <a:cubicBezTo>
                    <a:pt x="149" y="5"/>
                    <a:pt x="145" y="0"/>
                    <a:pt x="139"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ptos"/>
                <a:ea typeface="+mn-ea"/>
                <a:cs typeface="+mn-cs"/>
              </a:endParaRPr>
            </a:p>
          </p:txBody>
        </p:sp>
        <p:sp>
          <p:nvSpPr>
            <p:cNvPr id="33" name="Freeform 341">
              <a:extLst>
                <a:ext uri="{FF2B5EF4-FFF2-40B4-BE49-F238E27FC236}">
                  <a16:creationId xmlns:a16="http://schemas.microsoft.com/office/drawing/2014/main" id="{4C37A0FB-9FA9-1538-9FFD-62E5850B1572}"/>
                </a:ext>
              </a:extLst>
            </p:cNvPr>
            <p:cNvSpPr>
              <a:spLocks/>
            </p:cNvSpPr>
            <p:nvPr/>
          </p:nvSpPr>
          <p:spPr bwMode="auto">
            <a:xfrm>
              <a:off x="4340" y="1374"/>
              <a:ext cx="99" cy="14"/>
            </a:xfrm>
            <a:custGeom>
              <a:avLst/>
              <a:gdLst>
                <a:gd name="T0" fmla="*/ 139 w 149"/>
                <a:gd name="T1" fmla="*/ 0 h 22"/>
                <a:gd name="T2" fmla="*/ 11 w 149"/>
                <a:gd name="T3" fmla="*/ 0 h 22"/>
                <a:gd name="T4" fmla="*/ 0 w 149"/>
                <a:gd name="T5" fmla="*/ 11 h 22"/>
                <a:gd name="T6" fmla="*/ 11 w 149"/>
                <a:gd name="T7" fmla="*/ 22 h 22"/>
                <a:gd name="T8" fmla="*/ 139 w 149"/>
                <a:gd name="T9" fmla="*/ 22 h 22"/>
                <a:gd name="T10" fmla="*/ 149 w 149"/>
                <a:gd name="T11" fmla="*/ 11 h 22"/>
                <a:gd name="T12" fmla="*/ 139 w 149"/>
                <a:gd name="T13" fmla="*/ 0 h 22"/>
              </a:gdLst>
              <a:ahLst/>
              <a:cxnLst>
                <a:cxn ang="0">
                  <a:pos x="T0" y="T1"/>
                </a:cxn>
                <a:cxn ang="0">
                  <a:pos x="T2" y="T3"/>
                </a:cxn>
                <a:cxn ang="0">
                  <a:pos x="T4" y="T5"/>
                </a:cxn>
                <a:cxn ang="0">
                  <a:pos x="T6" y="T7"/>
                </a:cxn>
                <a:cxn ang="0">
                  <a:pos x="T8" y="T9"/>
                </a:cxn>
                <a:cxn ang="0">
                  <a:pos x="T10" y="T11"/>
                </a:cxn>
                <a:cxn ang="0">
                  <a:pos x="T12" y="T13"/>
                </a:cxn>
              </a:cxnLst>
              <a:rect l="0" t="0" r="r" b="b"/>
              <a:pathLst>
                <a:path w="149" h="22">
                  <a:moveTo>
                    <a:pt x="139" y="0"/>
                  </a:moveTo>
                  <a:cubicBezTo>
                    <a:pt x="11" y="0"/>
                    <a:pt x="11" y="0"/>
                    <a:pt x="11" y="0"/>
                  </a:cubicBezTo>
                  <a:cubicBezTo>
                    <a:pt x="5" y="0"/>
                    <a:pt x="0" y="5"/>
                    <a:pt x="0" y="11"/>
                  </a:cubicBezTo>
                  <a:cubicBezTo>
                    <a:pt x="0" y="17"/>
                    <a:pt x="5" y="22"/>
                    <a:pt x="11" y="22"/>
                  </a:cubicBezTo>
                  <a:cubicBezTo>
                    <a:pt x="139" y="22"/>
                    <a:pt x="139" y="22"/>
                    <a:pt x="139" y="22"/>
                  </a:cubicBezTo>
                  <a:cubicBezTo>
                    <a:pt x="145" y="22"/>
                    <a:pt x="149" y="17"/>
                    <a:pt x="149" y="11"/>
                  </a:cubicBezTo>
                  <a:cubicBezTo>
                    <a:pt x="149" y="5"/>
                    <a:pt x="145" y="0"/>
                    <a:pt x="139"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ptos"/>
                <a:ea typeface="+mn-ea"/>
                <a:cs typeface="+mn-cs"/>
              </a:endParaRPr>
            </a:p>
          </p:txBody>
        </p:sp>
        <p:sp>
          <p:nvSpPr>
            <p:cNvPr id="34" name="Freeform 342">
              <a:extLst>
                <a:ext uri="{FF2B5EF4-FFF2-40B4-BE49-F238E27FC236}">
                  <a16:creationId xmlns:a16="http://schemas.microsoft.com/office/drawing/2014/main" id="{5BE28D3B-35DC-C30F-D56B-33D7184B3443}"/>
                </a:ext>
              </a:extLst>
            </p:cNvPr>
            <p:cNvSpPr>
              <a:spLocks/>
            </p:cNvSpPr>
            <p:nvPr/>
          </p:nvSpPr>
          <p:spPr bwMode="auto">
            <a:xfrm>
              <a:off x="4340" y="1346"/>
              <a:ext cx="99" cy="14"/>
            </a:xfrm>
            <a:custGeom>
              <a:avLst/>
              <a:gdLst>
                <a:gd name="T0" fmla="*/ 139 w 149"/>
                <a:gd name="T1" fmla="*/ 0 h 21"/>
                <a:gd name="T2" fmla="*/ 11 w 149"/>
                <a:gd name="T3" fmla="*/ 0 h 21"/>
                <a:gd name="T4" fmla="*/ 0 w 149"/>
                <a:gd name="T5" fmla="*/ 10 h 21"/>
                <a:gd name="T6" fmla="*/ 11 w 149"/>
                <a:gd name="T7" fmla="*/ 21 h 21"/>
                <a:gd name="T8" fmla="*/ 139 w 149"/>
                <a:gd name="T9" fmla="*/ 21 h 21"/>
                <a:gd name="T10" fmla="*/ 149 w 149"/>
                <a:gd name="T11" fmla="*/ 10 h 21"/>
                <a:gd name="T12" fmla="*/ 139 w 149"/>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149" h="21">
                  <a:moveTo>
                    <a:pt x="139" y="0"/>
                  </a:moveTo>
                  <a:cubicBezTo>
                    <a:pt x="11" y="0"/>
                    <a:pt x="11" y="0"/>
                    <a:pt x="11" y="0"/>
                  </a:cubicBezTo>
                  <a:cubicBezTo>
                    <a:pt x="5" y="0"/>
                    <a:pt x="0" y="4"/>
                    <a:pt x="0" y="10"/>
                  </a:cubicBezTo>
                  <a:cubicBezTo>
                    <a:pt x="0" y="16"/>
                    <a:pt x="5" y="21"/>
                    <a:pt x="11" y="21"/>
                  </a:cubicBezTo>
                  <a:cubicBezTo>
                    <a:pt x="139" y="21"/>
                    <a:pt x="139" y="21"/>
                    <a:pt x="139" y="21"/>
                  </a:cubicBezTo>
                  <a:cubicBezTo>
                    <a:pt x="145" y="21"/>
                    <a:pt x="149" y="16"/>
                    <a:pt x="149" y="10"/>
                  </a:cubicBezTo>
                  <a:cubicBezTo>
                    <a:pt x="149" y="4"/>
                    <a:pt x="145" y="0"/>
                    <a:pt x="139"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ptos"/>
                <a:ea typeface="+mn-ea"/>
                <a:cs typeface="+mn-cs"/>
              </a:endParaRPr>
            </a:p>
          </p:txBody>
        </p:sp>
      </p:grpSp>
      <p:sp>
        <p:nvSpPr>
          <p:cNvPr id="35" name="Rectangle 34">
            <a:extLst>
              <a:ext uri="{FF2B5EF4-FFF2-40B4-BE49-F238E27FC236}">
                <a16:creationId xmlns:a16="http://schemas.microsoft.com/office/drawing/2014/main" id="{D8F853DC-28C4-8668-DFF2-CB4D9DEC46B5}"/>
              </a:ext>
            </a:extLst>
          </p:cNvPr>
          <p:cNvSpPr/>
          <p:nvPr/>
        </p:nvSpPr>
        <p:spPr>
          <a:xfrm>
            <a:off x="3122304" y="3540960"/>
            <a:ext cx="940682" cy="415498"/>
          </a:xfrm>
          <a:prstGeom prst="rect">
            <a:avLst/>
          </a:prstGeom>
        </p:spPr>
        <p:txBody>
          <a:bodyPr wrap="square">
            <a:spAutoFit/>
          </a:bodyPr>
          <a:lstStyle/>
          <a:p>
            <a:pPr marL="0" marR="0" lvl="0" indent="0" algn="ctr" defTabSz="89901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white"/>
                </a:solidFill>
                <a:effectLst/>
                <a:uLnTx/>
                <a:uFillTx/>
                <a:latin typeface="Aptos" panose="020B0004020202020204" pitchFamily="34" charset="0"/>
                <a:ea typeface="Open Sans" panose="020B0606030504020204" pitchFamily="34" charset="0"/>
                <a:cs typeface="Open Sans" panose="020B0606030504020204" pitchFamily="34" charset="0"/>
              </a:rPr>
              <a:t>Non-prod license</a:t>
            </a:r>
          </a:p>
        </p:txBody>
      </p:sp>
      <p:graphicFrame>
        <p:nvGraphicFramePr>
          <p:cNvPr id="89" name="Table 88">
            <a:extLst>
              <a:ext uri="{FF2B5EF4-FFF2-40B4-BE49-F238E27FC236}">
                <a16:creationId xmlns:a16="http://schemas.microsoft.com/office/drawing/2014/main" id="{9BD059AD-A1AE-16B6-7E19-7495DBEC3498}"/>
              </a:ext>
            </a:extLst>
          </p:cNvPr>
          <p:cNvGraphicFramePr>
            <a:graphicFrameLocks noGrp="1"/>
          </p:cNvGraphicFramePr>
          <p:nvPr>
            <p:extLst>
              <p:ext uri="{D42A27DB-BD31-4B8C-83A1-F6EECF244321}">
                <p14:modId xmlns:p14="http://schemas.microsoft.com/office/powerpoint/2010/main" val="1019743603"/>
              </p:ext>
            </p:extLst>
          </p:nvPr>
        </p:nvGraphicFramePr>
        <p:xfrm>
          <a:off x="444704" y="4122310"/>
          <a:ext cx="11277601" cy="1424940"/>
        </p:xfrm>
        <a:graphic>
          <a:graphicData uri="http://schemas.openxmlformats.org/drawingml/2006/table">
            <a:tbl>
              <a:tblPr firstRow="1" bandRow="1">
                <a:tableStyleId>{5C22544A-7EE6-4342-B048-85BDC9FD1C3A}</a:tableStyleId>
              </a:tblPr>
              <a:tblGrid>
                <a:gridCol w="3829016">
                  <a:extLst>
                    <a:ext uri="{9D8B030D-6E8A-4147-A177-3AD203B41FA5}">
                      <a16:colId xmlns:a16="http://schemas.microsoft.com/office/drawing/2014/main" val="279295900"/>
                    </a:ext>
                  </a:extLst>
                </a:gridCol>
                <a:gridCol w="3897202">
                  <a:extLst>
                    <a:ext uri="{9D8B030D-6E8A-4147-A177-3AD203B41FA5}">
                      <a16:colId xmlns:a16="http://schemas.microsoft.com/office/drawing/2014/main" val="2629103077"/>
                    </a:ext>
                  </a:extLst>
                </a:gridCol>
                <a:gridCol w="3551383">
                  <a:extLst>
                    <a:ext uri="{9D8B030D-6E8A-4147-A177-3AD203B41FA5}">
                      <a16:colId xmlns:a16="http://schemas.microsoft.com/office/drawing/2014/main" val="3120897972"/>
                    </a:ext>
                  </a:extLst>
                </a:gridCol>
              </a:tblGrid>
              <a:tr h="0">
                <a:tc>
                  <a:txBody>
                    <a:bodyPr/>
                    <a:lstStyle/>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0" cap="none" spc="0" normalizeH="0" baseline="0" noProof="0">
                          <a:ln>
                            <a:noFill/>
                          </a:ln>
                          <a:solidFill>
                            <a:schemeClr val="bg1"/>
                          </a:solidFill>
                          <a:effectLst/>
                          <a:uLnTx/>
                          <a:uFillTx/>
                          <a:latin typeface="+mj-lt"/>
                          <a:ea typeface="Open Sans"/>
                          <a:cs typeface="Open Sans"/>
                        </a:rPr>
                        <a:t>Business case validation</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0" cap="none" spc="0" normalizeH="0" baseline="0" noProof="0">
                          <a:ln>
                            <a:noFill/>
                          </a:ln>
                          <a:solidFill>
                            <a:schemeClr val="bg1"/>
                          </a:solidFill>
                          <a:effectLst/>
                          <a:uLnTx/>
                          <a:uFillTx/>
                          <a:latin typeface="+mj-lt"/>
                          <a:ea typeface="Open Sans"/>
                          <a:cs typeface="Open Sans"/>
                        </a:rPr>
                        <a:t>Functional objectives</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0" cap="none" spc="0" normalizeH="0" baseline="0" noProof="0">
                          <a:ln>
                            <a:noFill/>
                          </a:ln>
                          <a:solidFill>
                            <a:schemeClr val="bg1"/>
                          </a:solidFill>
                          <a:effectLst/>
                          <a:uLnTx/>
                          <a:uFillTx/>
                          <a:latin typeface="+mj-lt"/>
                          <a:ea typeface="Open Sans"/>
                          <a:cs typeface="Open Sans"/>
                        </a:rPr>
                        <a:t>Success criteria (</a:t>
                      </a:r>
                      <a:r>
                        <a:rPr kumimoji="0" lang="en-US" sz="1200" b="0" i="0" u="none" strike="noStrike" kern="0" cap="none" spc="0" normalizeH="0" baseline="0" noProof="0">
                          <a:ln>
                            <a:noFill/>
                          </a:ln>
                          <a:solidFill>
                            <a:schemeClr val="bg1"/>
                          </a:solidFill>
                          <a:effectLst/>
                          <a:uLnTx/>
                          <a:uFillTx/>
                          <a:latin typeface="Aptos" panose="020B0004020202020204" pitchFamily="34" charset="0"/>
                          <a:ea typeface="Open Sans"/>
                          <a:cs typeface="Open Sans"/>
                        </a:rPr>
                        <a:t>test</a:t>
                      </a:r>
                      <a:r>
                        <a:rPr kumimoji="0" lang="en-US" sz="1200" b="0" i="0" u="none" strike="noStrike" kern="0" cap="none" spc="0" normalizeH="0" baseline="0" noProof="0">
                          <a:ln>
                            <a:noFill/>
                          </a:ln>
                          <a:solidFill>
                            <a:schemeClr val="bg1"/>
                          </a:solidFill>
                          <a:effectLst/>
                          <a:uLnTx/>
                          <a:uFillTx/>
                          <a:latin typeface="+mj-lt"/>
                          <a:ea typeface="Open Sans"/>
                          <a:cs typeface="Open Sans"/>
                        </a:rPr>
                        <a:t> pairs)</a:t>
                      </a:r>
                      <a:endParaRPr lang="en-US" sz="1200" b="0" kern="1200">
                        <a:solidFill>
                          <a:schemeClr val="bg1"/>
                        </a:solidFill>
                        <a:latin typeface="+mj-lt"/>
                        <a:ea typeface="+mn-ea"/>
                        <a:cs typeface="Calibri Light" panose="020F0302020204030204" pitchFamily="34" charset="0"/>
                      </a:endParaRP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en-US" sz="1200" b="0" kern="0">
                          <a:solidFill>
                            <a:schemeClr val="bg1"/>
                          </a:solidFill>
                          <a:latin typeface="+mj-lt"/>
                          <a:ea typeface="Open Sans"/>
                          <a:cs typeface="Open Sans"/>
                        </a:rPr>
                        <a:t>Environment established</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en-US" sz="1200" b="0" i="0" kern="0">
                          <a:solidFill>
                            <a:schemeClr val="bg1"/>
                          </a:solidFill>
                          <a:latin typeface="+mj-lt"/>
                          <a:ea typeface="Open Sans"/>
                          <a:cs typeface="Open Sans"/>
                          <a:sym typeface="Wingdings" panose="05000000000000000000" pitchFamily="2" charset="2"/>
                        </a:rPr>
                        <a:t>Seed data loads</a:t>
                      </a:r>
                      <a:endParaRPr lang="en-US" sz="1200" b="0" i="0" kern="1200">
                        <a:solidFill>
                          <a:schemeClr val="bg1"/>
                        </a:solidFill>
                        <a:latin typeface="+mj-lt"/>
                        <a:ea typeface="Open Sans"/>
                        <a:cs typeface="Open Sans"/>
                        <a:sym typeface="Wingdings" panose="05000000000000000000" pitchFamily="2" charset="2"/>
                      </a:endParaRPr>
                    </a:p>
                  </a:txBody>
                  <a:tcPr marT="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chemeClr val="bg1"/>
                          </a:solidFill>
                          <a:effectLst/>
                          <a:uLnTx/>
                          <a:uFillTx/>
                          <a:latin typeface="+mj-lt"/>
                          <a:ea typeface="Open Sans"/>
                          <a:cs typeface="Open Sans"/>
                        </a:rPr>
                        <a:t>Validate data criteria &amp; train validations</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0" cap="none" spc="0" normalizeH="0" baseline="0" noProof="0">
                          <a:ln>
                            <a:noFill/>
                          </a:ln>
                          <a:solidFill>
                            <a:schemeClr val="bg1"/>
                          </a:solidFill>
                          <a:effectLst/>
                          <a:uLnTx/>
                          <a:uFillTx/>
                          <a:latin typeface="+mj-lt"/>
                          <a:ea typeface="Open Sans"/>
                          <a:cs typeface="Open Sans"/>
                        </a:rPr>
                        <a:t>Vocabulary training</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0" cap="none" spc="0" normalizeH="0" baseline="0" noProof="0">
                          <a:ln>
                            <a:noFill/>
                          </a:ln>
                          <a:solidFill>
                            <a:schemeClr val="bg1"/>
                          </a:solidFill>
                          <a:effectLst/>
                          <a:uLnTx/>
                          <a:uFillTx/>
                          <a:latin typeface="+mj-lt"/>
                          <a:ea typeface="Open Sans"/>
                          <a:cs typeface="Open Sans"/>
                        </a:rPr>
                        <a:t>User experience tailoring</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0" cap="none" spc="0" normalizeH="0" baseline="0" noProof="0">
                          <a:ln>
                            <a:noFill/>
                          </a:ln>
                          <a:solidFill>
                            <a:schemeClr val="bg1"/>
                          </a:solidFill>
                          <a:effectLst/>
                          <a:uLnTx/>
                          <a:uFillTx/>
                          <a:latin typeface="+mj-lt"/>
                          <a:ea typeface="Open Sans"/>
                          <a:cs typeface="Open Sans"/>
                        </a:rPr>
                        <a:t>Test data flows</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0" cap="none" spc="0" normalizeH="0" baseline="0" noProof="0">
                          <a:ln>
                            <a:noFill/>
                          </a:ln>
                          <a:solidFill>
                            <a:schemeClr val="bg1"/>
                          </a:solidFill>
                          <a:effectLst/>
                          <a:uLnTx/>
                          <a:uFillTx/>
                          <a:latin typeface="+mj-lt"/>
                          <a:ea typeface="Open Sans"/>
                          <a:cs typeface="Open Sans"/>
                        </a:rPr>
                        <a:t>Test configurations with simulated volumes</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0" cap="none" spc="0" normalizeH="0" baseline="0" noProof="0">
                          <a:ln>
                            <a:noFill/>
                          </a:ln>
                          <a:solidFill>
                            <a:schemeClr val="bg1"/>
                          </a:solidFill>
                          <a:effectLst/>
                          <a:uLnTx/>
                          <a:uFillTx/>
                          <a:latin typeface="+mj-lt"/>
                          <a:ea typeface="Open Sans"/>
                          <a:cs typeface="Open Sans"/>
                        </a:rPr>
                        <a:t>Agentic and prompt tuning</a:t>
                      </a:r>
                    </a:p>
                  </a:txBody>
                  <a:tcPr marT="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0" cap="none" spc="0" normalizeH="0" baseline="0" noProof="0">
                          <a:ln>
                            <a:noFill/>
                          </a:ln>
                          <a:solidFill>
                            <a:schemeClr val="bg1"/>
                          </a:solidFill>
                          <a:effectLst/>
                          <a:uLnTx/>
                          <a:uFillTx/>
                          <a:latin typeface="+mj-lt"/>
                          <a:ea typeface="Open Sans"/>
                          <a:cs typeface="Open Sans"/>
                        </a:rPr>
                        <a:t>Conduct comprehensive training sessions &amp; provide user manual &amp; FAQs</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0" cap="none" spc="0" normalizeH="0" baseline="0" noProof="0">
                          <a:ln>
                            <a:noFill/>
                          </a:ln>
                          <a:solidFill>
                            <a:schemeClr val="bg1"/>
                          </a:solidFill>
                          <a:effectLst/>
                          <a:uLnTx/>
                          <a:uFillTx/>
                          <a:latin typeface="+mj-lt"/>
                          <a:ea typeface="Open Sans"/>
                          <a:cs typeface="Open Sans"/>
                        </a:rPr>
                        <a:t>Gather feedback from the test users and make necessary adjustments </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200" b="0" i="0" u="none" strike="noStrike" kern="0" cap="none" spc="0" normalizeH="0" baseline="0" noProof="0">
                          <a:ln>
                            <a:noFill/>
                          </a:ln>
                          <a:solidFill>
                            <a:schemeClr val="bg1"/>
                          </a:solidFill>
                          <a:effectLst/>
                          <a:uLnTx/>
                          <a:uFillTx/>
                          <a:latin typeface="+mj-lt"/>
                          <a:ea typeface="Open Sans"/>
                          <a:cs typeface="Open Sans"/>
                        </a:rPr>
                        <a:t>Activate the tool across production</a:t>
                      </a:r>
                      <a:endParaRPr lang="en-US" sz="1200" b="0">
                        <a:solidFill>
                          <a:schemeClr val="bg1"/>
                        </a:solidFill>
                        <a:latin typeface="+mj-lt"/>
                        <a:ea typeface="Open Sans"/>
                        <a:cs typeface="Open Sans"/>
                      </a:endParaRPr>
                    </a:p>
                  </a:txBody>
                  <a:tcPr marT="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4578893"/>
                  </a:ext>
                </a:extLst>
              </a:tr>
            </a:tbl>
          </a:graphicData>
        </a:graphic>
      </p:graphicFrame>
      <p:sp>
        <p:nvSpPr>
          <p:cNvPr id="96" name="Rectangle 95">
            <a:extLst>
              <a:ext uri="{FF2B5EF4-FFF2-40B4-BE49-F238E27FC236}">
                <a16:creationId xmlns:a16="http://schemas.microsoft.com/office/drawing/2014/main" id="{87A02699-F3C8-43A8-2C6C-76C5A24FBCAC}"/>
              </a:ext>
            </a:extLst>
          </p:cNvPr>
          <p:cNvSpPr/>
          <p:nvPr/>
        </p:nvSpPr>
        <p:spPr>
          <a:xfrm>
            <a:off x="4996385" y="3312909"/>
            <a:ext cx="2174240" cy="415498"/>
          </a:xfrm>
          <a:prstGeom prst="rect">
            <a:avLst/>
          </a:prstGeom>
        </p:spPr>
        <p:txBody>
          <a:bodyPr wrap="square">
            <a:spAutoFit/>
          </a:bodyPr>
          <a:lstStyle/>
          <a:p>
            <a:pPr marL="0" marR="0" lvl="0" indent="0" algn="ctr" defTabSz="89901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white"/>
                </a:solidFill>
                <a:effectLst/>
                <a:uLnTx/>
                <a:uFillTx/>
                <a:latin typeface="Aptos" panose="020B0004020202020204" pitchFamily="34" charset="0"/>
                <a:ea typeface="Open Sans" panose="020B0606030504020204" pitchFamily="34" charset="0"/>
                <a:cs typeface="Open Sans" panose="020B0606030504020204" pitchFamily="34" charset="0"/>
              </a:rPr>
              <a:t>Integration, Enhancements, Finetuning &amp; Training, Validation</a:t>
            </a:r>
          </a:p>
        </p:txBody>
      </p:sp>
      <p:sp>
        <p:nvSpPr>
          <p:cNvPr id="98" name="Freeform 433">
            <a:extLst>
              <a:ext uri="{FF2B5EF4-FFF2-40B4-BE49-F238E27FC236}">
                <a16:creationId xmlns:a16="http://schemas.microsoft.com/office/drawing/2014/main" id="{2214266D-6D4D-F8E6-EB6E-1A0D13A03794}"/>
              </a:ext>
            </a:extLst>
          </p:cNvPr>
          <p:cNvSpPr>
            <a:spLocks noEditPoints="1"/>
          </p:cNvSpPr>
          <p:nvPr/>
        </p:nvSpPr>
        <p:spPr bwMode="auto">
          <a:xfrm>
            <a:off x="5876613" y="2756912"/>
            <a:ext cx="413785" cy="406892"/>
          </a:xfrm>
          <a:custGeom>
            <a:avLst/>
            <a:gdLst>
              <a:gd name="T0" fmla="*/ 309 w 320"/>
              <a:gd name="T1" fmla="*/ 149 h 320"/>
              <a:gd name="T2" fmla="*/ 287 w 320"/>
              <a:gd name="T3" fmla="*/ 149 h 320"/>
              <a:gd name="T4" fmla="*/ 170 w 320"/>
              <a:gd name="T5" fmla="*/ 32 h 320"/>
              <a:gd name="T6" fmla="*/ 170 w 320"/>
              <a:gd name="T7" fmla="*/ 10 h 320"/>
              <a:gd name="T8" fmla="*/ 160 w 320"/>
              <a:gd name="T9" fmla="*/ 0 h 320"/>
              <a:gd name="T10" fmla="*/ 149 w 320"/>
              <a:gd name="T11" fmla="*/ 10 h 320"/>
              <a:gd name="T12" fmla="*/ 149 w 320"/>
              <a:gd name="T13" fmla="*/ 32 h 320"/>
              <a:gd name="T14" fmla="*/ 32 w 320"/>
              <a:gd name="T15" fmla="*/ 149 h 320"/>
              <a:gd name="T16" fmla="*/ 10 w 320"/>
              <a:gd name="T17" fmla="*/ 149 h 320"/>
              <a:gd name="T18" fmla="*/ 0 w 320"/>
              <a:gd name="T19" fmla="*/ 160 h 320"/>
              <a:gd name="T20" fmla="*/ 10 w 320"/>
              <a:gd name="T21" fmla="*/ 170 h 320"/>
              <a:gd name="T22" fmla="*/ 32 w 320"/>
              <a:gd name="T23" fmla="*/ 170 h 320"/>
              <a:gd name="T24" fmla="*/ 149 w 320"/>
              <a:gd name="T25" fmla="*/ 287 h 320"/>
              <a:gd name="T26" fmla="*/ 149 w 320"/>
              <a:gd name="T27" fmla="*/ 309 h 320"/>
              <a:gd name="T28" fmla="*/ 160 w 320"/>
              <a:gd name="T29" fmla="*/ 320 h 320"/>
              <a:gd name="T30" fmla="*/ 170 w 320"/>
              <a:gd name="T31" fmla="*/ 309 h 320"/>
              <a:gd name="T32" fmla="*/ 170 w 320"/>
              <a:gd name="T33" fmla="*/ 287 h 320"/>
              <a:gd name="T34" fmla="*/ 287 w 320"/>
              <a:gd name="T35" fmla="*/ 170 h 320"/>
              <a:gd name="T36" fmla="*/ 309 w 320"/>
              <a:gd name="T37" fmla="*/ 170 h 320"/>
              <a:gd name="T38" fmla="*/ 320 w 320"/>
              <a:gd name="T39" fmla="*/ 160 h 320"/>
              <a:gd name="T40" fmla="*/ 309 w 320"/>
              <a:gd name="T41" fmla="*/ 149 h 320"/>
              <a:gd name="T42" fmla="*/ 266 w 320"/>
              <a:gd name="T43" fmla="*/ 149 h 320"/>
              <a:gd name="T44" fmla="*/ 233 w 320"/>
              <a:gd name="T45" fmla="*/ 149 h 320"/>
              <a:gd name="T46" fmla="*/ 170 w 320"/>
              <a:gd name="T47" fmla="*/ 86 h 320"/>
              <a:gd name="T48" fmla="*/ 170 w 320"/>
              <a:gd name="T49" fmla="*/ 54 h 320"/>
              <a:gd name="T50" fmla="*/ 266 w 320"/>
              <a:gd name="T51" fmla="*/ 149 h 320"/>
              <a:gd name="T52" fmla="*/ 149 w 320"/>
              <a:gd name="T53" fmla="*/ 149 h 320"/>
              <a:gd name="T54" fmla="*/ 107 w 320"/>
              <a:gd name="T55" fmla="*/ 149 h 320"/>
              <a:gd name="T56" fmla="*/ 149 w 320"/>
              <a:gd name="T57" fmla="*/ 107 h 320"/>
              <a:gd name="T58" fmla="*/ 149 w 320"/>
              <a:gd name="T59" fmla="*/ 149 h 320"/>
              <a:gd name="T60" fmla="*/ 149 w 320"/>
              <a:gd name="T61" fmla="*/ 170 h 320"/>
              <a:gd name="T62" fmla="*/ 149 w 320"/>
              <a:gd name="T63" fmla="*/ 212 h 320"/>
              <a:gd name="T64" fmla="*/ 107 w 320"/>
              <a:gd name="T65" fmla="*/ 170 h 320"/>
              <a:gd name="T66" fmla="*/ 149 w 320"/>
              <a:gd name="T67" fmla="*/ 170 h 320"/>
              <a:gd name="T68" fmla="*/ 170 w 320"/>
              <a:gd name="T69" fmla="*/ 170 h 320"/>
              <a:gd name="T70" fmla="*/ 212 w 320"/>
              <a:gd name="T71" fmla="*/ 170 h 320"/>
              <a:gd name="T72" fmla="*/ 170 w 320"/>
              <a:gd name="T73" fmla="*/ 212 h 320"/>
              <a:gd name="T74" fmla="*/ 170 w 320"/>
              <a:gd name="T75" fmla="*/ 170 h 320"/>
              <a:gd name="T76" fmla="*/ 170 w 320"/>
              <a:gd name="T77" fmla="*/ 149 h 320"/>
              <a:gd name="T78" fmla="*/ 170 w 320"/>
              <a:gd name="T79" fmla="*/ 107 h 320"/>
              <a:gd name="T80" fmla="*/ 212 w 320"/>
              <a:gd name="T81" fmla="*/ 149 h 320"/>
              <a:gd name="T82" fmla="*/ 170 w 320"/>
              <a:gd name="T83" fmla="*/ 149 h 320"/>
              <a:gd name="T84" fmla="*/ 149 w 320"/>
              <a:gd name="T85" fmla="*/ 54 h 320"/>
              <a:gd name="T86" fmla="*/ 149 w 320"/>
              <a:gd name="T87" fmla="*/ 86 h 320"/>
              <a:gd name="T88" fmla="*/ 86 w 320"/>
              <a:gd name="T89" fmla="*/ 149 h 320"/>
              <a:gd name="T90" fmla="*/ 54 w 320"/>
              <a:gd name="T91" fmla="*/ 149 h 320"/>
              <a:gd name="T92" fmla="*/ 149 w 320"/>
              <a:gd name="T93" fmla="*/ 54 h 320"/>
              <a:gd name="T94" fmla="*/ 54 w 320"/>
              <a:gd name="T95" fmla="*/ 170 h 320"/>
              <a:gd name="T96" fmla="*/ 86 w 320"/>
              <a:gd name="T97" fmla="*/ 170 h 320"/>
              <a:gd name="T98" fmla="*/ 149 w 320"/>
              <a:gd name="T99" fmla="*/ 233 h 320"/>
              <a:gd name="T100" fmla="*/ 149 w 320"/>
              <a:gd name="T101" fmla="*/ 266 h 320"/>
              <a:gd name="T102" fmla="*/ 54 w 320"/>
              <a:gd name="T103" fmla="*/ 170 h 320"/>
              <a:gd name="T104" fmla="*/ 170 w 320"/>
              <a:gd name="T105" fmla="*/ 266 h 320"/>
              <a:gd name="T106" fmla="*/ 170 w 320"/>
              <a:gd name="T107" fmla="*/ 233 h 320"/>
              <a:gd name="T108" fmla="*/ 233 w 320"/>
              <a:gd name="T109" fmla="*/ 170 h 320"/>
              <a:gd name="T110" fmla="*/ 266 w 320"/>
              <a:gd name="T111" fmla="*/ 170 h 320"/>
              <a:gd name="T112" fmla="*/ 170 w 320"/>
              <a:gd name="T113" fmla="*/ 266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20" h="320">
                <a:moveTo>
                  <a:pt x="309" y="149"/>
                </a:moveTo>
                <a:cubicBezTo>
                  <a:pt x="287" y="149"/>
                  <a:pt x="287" y="149"/>
                  <a:pt x="287" y="149"/>
                </a:cubicBezTo>
                <a:cubicBezTo>
                  <a:pt x="282" y="87"/>
                  <a:pt x="232" y="37"/>
                  <a:pt x="170" y="32"/>
                </a:cubicBezTo>
                <a:cubicBezTo>
                  <a:pt x="170" y="10"/>
                  <a:pt x="170" y="10"/>
                  <a:pt x="170" y="10"/>
                </a:cubicBezTo>
                <a:cubicBezTo>
                  <a:pt x="170" y="4"/>
                  <a:pt x="166" y="0"/>
                  <a:pt x="160" y="0"/>
                </a:cubicBezTo>
                <a:cubicBezTo>
                  <a:pt x="154" y="0"/>
                  <a:pt x="149" y="4"/>
                  <a:pt x="149" y="10"/>
                </a:cubicBezTo>
                <a:cubicBezTo>
                  <a:pt x="149" y="32"/>
                  <a:pt x="149" y="32"/>
                  <a:pt x="149" y="32"/>
                </a:cubicBezTo>
                <a:cubicBezTo>
                  <a:pt x="87" y="37"/>
                  <a:pt x="37" y="87"/>
                  <a:pt x="32" y="149"/>
                </a:cubicBezTo>
                <a:cubicBezTo>
                  <a:pt x="10" y="149"/>
                  <a:pt x="10" y="149"/>
                  <a:pt x="10" y="149"/>
                </a:cubicBezTo>
                <a:cubicBezTo>
                  <a:pt x="4" y="149"/>
                  <a:pt x="0" y="154"/>
                  <a:pt x="0" y="160"/>
                </a:cubicBezTo>
                <a:cubicBezTo>
                  <a:pt x="0" y="166"/>
                  <a:pt x="4" y="170"/>
                  <a:pt x="10" y="170"/>
                </a:cubicBezTo>
                <a:cubicBezTo>
                  <a:pt x="32" y="170"/>
                  <a:pt x="32" y="170"/>
                  <a:pt x="32" y="170"/>
                </a:cubicBezTo>
                <a:cubicBezTo>
                  <a:pt x="37" y="232"/>
                  <a:pt x="87" y="282"/>
                  <a:pt x="149" y="287"/>
                </a:cubicBezTo>
                <a:cubicBezTo>
                  <a:pt x="149" y="309"/>
                  <a:pt x="149" y="309"/>
                  <a:pt x="149" y="309"/>
                </a:cubicBezTo>
                <a:cubicBezTo>
                  <a:pt x="149" y="315"/>
                  <a:pt x="154" y="320"/>
                  <a:pt x="160" y="320"/>
                </a:cubicBezTo>
                <a:cubicBezTo>
                  <a:pt x="166" y="320"/>
                  <a:pt x="170" y="315"/>
                  <a:pt x="170" y="309"/>
                </a:cubicBezTo>
                <a:cubicBezTo>
                  <a:pt x="170" y="287"/>
                  <a:pt x="170" y="287"/>
                  <a:pt x="170" y="287"/>
                </a:cubicBezTo>
                <a:cubicBezTo>
                  <a:pt x="232" y="282"/>
                  <a:pt x="282" y="232"/>
                  <a:pt x="287" y="170"/>
                </a:cubicBezTo>
                <a:cubicBezTo>
                  <a:pt x="309" y="170"/>
                  <a:pt x="309" y="170"/>
                  <a:pt x="309" y="170"/>
                </a:cubicBezTo>
                <a:cubicBezTo>
                  <a:pt x="315" y="170"/>
                  <a:pt x="320" y="166"/>
                  <a:pt x="320" y="160"/>
                </a:cubicBezTo>
                <a:cubicBezTo>
                  <a:pt x="320" y="154"/>
                  <a:pt x="315" y="149"/>
                  <a:pt x="309" y="149"/>
                </a:cubicBezTo>
                <a:close/>
                <a:moveTo>
                  <a:pt x="266" y="149"/>
                </a:moveTo>
                <a:cubicBezTo>
                  <a:pt x="233" y="149"/>
                  <a:pt x="233" y="149"/>
                  <a:pt x="233" y="149"/>
                </a:cubicBezTo>
                <a:cubicBezTo>
                  <a:pt x="229" y="116"/>
                  <a:pt x="203" y="91"/>
                  <a:pt x="170" y="86"/>
                </a:cubicBezTo>
                <a:cubicBezTo>
                  <a:pt x="170" y="54"/>
                  <a:pt x="170" y="54"/>
                  <a:pt x="170" y="54"/>
                </a:cubicBezTo>
                <a:cubicBezTo>
                  <a:pt x="221" y="59"/>
                  <a:pt x="261" y="99"/>
                  <a:pt x="266" y="149"/>
                </a:cubicBezTo>
                <a:close/>
                <a:moveTo>
                  <a:pt x="149" y="149"/>
                </a:moveTo>
                <a:cubicBezTo>
                  <a:pt x="107" y="149"/>
                  <a:pt x="107" y="149"/>
                  <a:pt x="107" y="149"/>
                </a:cubicBezTo>
                <a:cubicBezTo>
                  <a:pt x="112" y="128"/>
                  <a:pt x="128" y="112"/>
                  <a:pt x="149" y="107"/>
                </a:cubicBezTo>
                <a:lnTo>
                  <a:pt x="149" y="149"/>
                </a:lnTo>
                <a:close/>
                <a:moveTo>
                  <a:pt x="149" y="170"/>
                </a:moveTo>
                <a:cubicBezTo>
                  <a:pt x="149" y="212"/>
                  <a:pt x="149" y="212"/>
                  <a:pt x="149" y="212"/>
                </a:cubicBezTo>
                <a:cubicBezTo>
                  <a:pt x="128" y="208"/>
                  <a:pt x="112" y="191"/>
                  <a:pt x="107" y="170"/>
                </a:cubicBezTo>
                <a:lnTo>
                  <a:pt x="149" y="170"/>
                </a:lnTo>
                <a:close/>
                <a:moveTo>
                  <a:pt x="170" y="170"/>
                </a:moveTo>
                <a:cubicBezTo>
                  <a:pt x="212" y="170"/>
                  <a:pt x="212" y="170"/>
                  <a:pt x="212" y="170"/>
                </a:cubicBezTo>
                <a:cubicBezTo>
                  <a:pt x="208" y="191"/>
                  <a:pt x="191" y="208"/>
                  <a:pt x="170" y="212"/>
                </a:cubicBezTo>
                <a:lnTo>
                  <a:pt x="170" y="170"/>
                </a:lnTo>
                <a:close/>
                <a:moveTo>
                  <a:pt x="170" y="149"/>
                </a:moveTo>
                <a:cubicBezTo>
                  <a:pt x="170" y="107"/>
                  <a:pt x="170" y="107"/>
                  <a:pt x="170" y="107"/>
                </a:cubicBezTo>
                <a:cubicBezTo>
                  <a:pt x="191" y="112"/>
                  <a:pt x="208" y="128"/>
                  <a:pt x="212" y="149"/>
                </a:cubicBezTo>
                <a:lnTo>
                  <a:pt x="170" y="149"/>
                </a:lnTo>
                <a:close/>
                <a:moveTo>
                  <a:pt x="149" y="54"/>
                </a:moveTo>
                <a:cubicBezTo>
                  <a:pt x="149" y="86"/>
                  <a:pt x="149" y="86"/>
                  <a:pt x="149" y="86"/>
                </a:cubicBezTo>
                <a:cubicBezTo>
                  <a:pt x="116" y="91"/>
                  <a:pt x="91" y="116"/>
                  <a:pt x="86" y="149"/>
                </a:cubicBezTo>
                <a:cubicBezTo>
                  <a:pt x="54" y="149"/>
                  <a:pt x="54" y="149"/>
                  <a:pt x="54" y="149"/>
                </a:cubicBezTo>
                <a:cubicBezTo>
                  <a:pt x="59" y="99"/>
                  <a:pt x="99" y="59"/>
                  <a:pt x="149" y="54"/>
                </a:cubicBezTo>
                <a:close/>
                <a:moveTo>
                  <a:pt x="54" y="170"/>
                </a:moveTo>
                <a:cubicBezTo>
                  <a:pt x="86" y="170"/>
                  <a:pt x="86" y="170"/>
                  <a:pt x="86" y="170"/>
                </a:cubicBezTo>
                <a:cubicBezTo>
                  <a:pt x="91" y="203"/>
                  <a:pt x="116" y="229"/>
                  <a:pt x="149" y="233"/>
                </a:cubicBezTo>
                <a:cubicBezTo>
                  <a:pt x="149" y="266"/>
                  <a:pt x="149" y="266"/>
                  <a:pt x="149" y="266"/>
                </a:cubicBezTo>
                <a:cubicBezTo>
                  <a:pt x="99" y="261"/>
                  <a:pt x="59" y="221"/>
                  <a:pt x="54" y="170"/>
                </a:cubicBezTo>
                <a:close/>
                <a:moveTo>
                  <a:pt x="170" y="266"/>
                </a:moveTo>
                <a:cubicBezTo>
                  <a:pt x="170" y="233"/>
                  <a:pt x="170" y="233"/>
                  <a:pt x="170" y="233"/>
                </a:cubicBezTo>
                <a:cubicBezTo>
                  <a:pt x="203" y="229"/>
                  <a:pt x="229" y="203"/>
                  <a:pt x="233" y="170"/>
                </a:cubicBezTo>
                <a:cubicBezTo>
                  <a:pt x="266" y="170"/>
                  <a:pt x="266" y="170"/>
                  <a:pt x="266" y="170"/>
                </a:cubicBezTo>
                <a:cubicBezTo>
                  <a:pt x="261" y="221"/>
                  <a:pt x="221" y="261"/>
                  <a:pt x="170" y="266"/>
                </a:cubicBezTo>
                <a:close/>
              </a:path>
            </a:pathLst>
          </a:custGeom>
          <a:solidFill>
            <a:srgbClr val="43B02A"/>
          </a:solidFill>
          <a:ln w="12700">
            <a:solidFill>
              <a:schemeClr val="tx1"/>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ptos"/>
              <a:ea typeface="+mn-ea"/>
              <a:cs typeface="+mn-cs"/>
            </a:endParaRPr>
          </a:p>
        </p:txBody>
      </p:sp>
      <p:sp>
        <p:nvSpPr>
          <p:cNvPr id="100" name="Rectangle 99">
            <a:extLst>
              <a:ext uri="{FF2B5EF4-FFF2-40B4-BE49-F238E27FC236}">
                <a16:creationId xmlns:a16="http://schemas.microsoft.com/office/drawing/2014/main" id="{82C0B60F-7511-FE06-FF8B-7DC2724CD861}"/>
              </a:ext>
            </a:extLst>
          </p:cNvPr>
          <p:cNvSpPr/>
          <p:nvPr/>
        </p:nvSpPr>
        <p:spPr>
          <a:xfrm>
            <a:off x="8878190" y="3156711"/>
            <a:ext cx="940682" cy="253916"/>
          </a:xfrm>
          <a:prstGeom prst="rect">
            <a:avLst/>
          </a:prstGeom>
        </p:spPr>
        <p:txBody>
          <a:bodyPr wrap="square">
            <a:spAutoFit/>
          </a:bodyPr>
          <a:lstStyle/>
          <a:p>
            <a:pPr marL="0" marR="0" lvl="0" indent="0" algn="ctr" defTabSz="89901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white"/>
                </a:solidFill>
                <a:effectLst/>
                <a:uLnTx/>
                <a:uFillTx/>
                <a:latin typeface="Aptos"/>
                <a:ea typeface="Open Sans" panose="020B0606030504020204" pitchFamily="34" charset="0"/>
                <a:cs typeface="Open Sans" panose="020B0606030504020204" pitchFamily="34" charset="0"/>
              </a:rPr>
              <a:t>Pilot Testing</a:t>
            </a:r>
          </a:p>
        </p:txBody>
      </p:sp>
      <p:sp>
        <p:nvSpPr>
          <p:cNvPr id="101" name="Rectangle 100">
            <a:extLst>
              <a:ext uri="{FF2B5EF4-FFF2-40B4-BE49-F238E27FC236}">
                <a16:creationId xmlns:a16="http://schemas.microsoft.com/office/drawing/2014/main" id="{30CABF82-040C-0F62-D294-7F55F4322320}"/>
              </a:ext>
            </a:extLst>
          </p:cNvPr>
          <p:cNvSpPr/>
          <p:nvPr/>
        </p:nvSpPr>
        <p:spPr>
          <a:xfrm>
            <a:off x="9968082" y="3156711"/>
            <a:ext cx="1376346" cy="415498"/>
          </a:xfrm>
          <a:prstGeom prst="rect">
            <a:avLst/>
          </a:prstGeom>
        </p:spPr>
        <p:txBody>
          <a:bodyPr wrap="square">
            <a:spAutoFit/>
          </a:bodyPr>
          <a:lstStyle/>
          <a:p>
            <a:pPr marL="0" marR="0" lvl="0" indent="0" algn="ctr" defTabSz="89901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white"/>
                </a:solidFill>
                <a:effectLst/>
                <a:uLnTx/>
                <a:uFillTx/>
                <a:latin typeface="Aptos"/>
                <a:ea typeface="Open Sans" panose="020B0606030504020204" pitchFamily="34" charset="0"/>
                <a:cs typeface="Open Sans" panose="020B0606030504020204" pitchFamily="34" charset="0"/>
              </a:rPr>
              <a:t>Production Migration Planning</a:t>
            </a:r>
          </a:p>
        </p:txBody>
      </p:sp>
      <p:sp>
        <p:nvSpPr>
          <p:cNvPr id="6" name="Rectangle 5">
            <a:extLst>
              <a:ext uri="{FF2B5EF4-FFF2-40B4-BE49-F238E27FC236}">
                <a16:creationId xmlns:a16="http://schemas.microsoft.com/office/drawing/2014/main" id="{D7474B7F-FEF4-3D0F-3006-C80C166A0341}"/>
              </a:ext>
            </a:extLst>
          </p:cNvPr>
          <p:cNvSpPr/>
          <p:nvPr/>
        </p:nvSpPr>
        <p:spPr>
          <a:xfrm>
            <a:off x="342900" y="1685690"/>
            <a:ext cx="3690877" cy="686996"/>
          </a:xfrm>
          <a:prstGeom prst="rect">
            <a:avLst/>
          </a:prstGeom>
          <a:solidFill>
            <a:srgbClr val="009A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marR="0" lvl="0" indent="-17145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Aptos"/>
                <a:ea typeface="+mn-ea"/>
                <a:cs typeface="Arial"/>
              </a:rPr>
              <a:t>Define</a:t>
            </a:r>
            <a:endParaRPr kumimoji="0" lang="en-US" sz="1200" b="1" i="1" u="none" strike="noStrike" kern="1200" cap="none" spc="0" normalizeH="0" baseline="0" noProof="0">
              <a:ln>
                <a:noFill/>
              </a:ln>
              <a:solidFill>
                <a:prstClr val="white"/>
              </a:solidFill>
              <a:effectLst/>
              <a:uLnTx/>
              <a:uFillTx/>
              <a:latin typeface="Aptos"/>
              <a:ea typeface="+mn-ea"/>
              <a:cs typeface="Arial" pitchFamily="34" charset="0"/>
            </a:endParaRPr>
          </a:p>
          <a:p>
            <a:pPr marL="171450" marR="0" lvl="0" indent="-17145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prstClr val="white"/>
                </a:solidFill>
                <a:effectLst/>
                <a:uLnTx/>
                <a:uFillTx/>
                <a:latin typeface="Aptos"/>
                <a:ea typeface="+mn-ea"/>
                <a:cs typeface="Arial"/>
              </a:rPr>
              <a:t>(up to 2 weeks)</a:t>
            </a:r>
          </a:p>
        </p:txBody>
      </p:sp>
      <p:sp>
        <p:nvSpPr>
          <p:cNvPr id="7" name="Rectangle 6">
            <a:extLst>
              <a:ext uri="{FF2B5EF4-FFF2-40B4-BE49-F238E27FC236}">
                <a16:creationId xmlns:a16="http://schemas.microsoft.com/office/drawing/2014/main" id="{1B771DB5-55F0-F0C6-235D-18DBCE00698A}"/>
              </a:ext>
            </a:extLst>
          </p:cNvPr>
          <p:cNvSpPr/>
          <p:nvPr/>
        </p:nvSpPr>
        <p:spPr>
          <a:xfrm>
            <a:off x="8133234" y="1091714"/>
            <a:ext cx="3690877" cy="686996"/>
          </a:xfrm>
          <a:prstGeom prst="rect">
            <a:avLst/>
          </a:prstGeom>
          <a:solidFill>
            <a:srgbClr val="00AB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marR="0" lvl="0" indent="-17145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Aptos"/>
                <a:ea typeface="+mn-ea"/>
                <a:cs typeface="Arial"/>
              </a:rPr>
              <a:t>Activate </a:t>
            </a:r>
          </a:p>
          <a:p>
            <a:pPr marL="171450" marR="0" lvl="0" indent="-17145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prstClr val="white"/>
                </a:solidFill>
                <a:effectLst/>
                <a:uLnTx/>
                <a:uFillTx/>
                <a:latin typeface="Aptos"/>
                <a:ea typeface="+mn-ea"/>
                <a:cs typeface="Arial"/>
              </a:rPr>
              <a:t>(2 weeks)</a:t>
            </a:r>
          </a:p>
        </p:txBody>
      </p:sp>
      <p:sp>
        <p:nvSpPr>
          <p:cNvPr id="8" name="Freeform: Shape 7">
            <a:extLst>
              <a:ext uri="{FF2B5EF4-FFF2-40B4-BE49-F238E27FC236}">
                <a16:creationId xmlns:a16="http://schemas.microsoft.com/office/drawing/2014/main" id="{95944B86-0903-D17D-2395-ECA197011BC4}"/>
              </a:ext>
            </a:extLst>
          </p:cNvPr>
          <p:cNvSpPr/>
          <p:nvPr/>
        </p:nvSpPr>
        <p:spPr>
          <a:xfrm>
            <a:off x="4029401" y="1379546"/>
            <a:ext cx="210755" cy="993140"/>
          </a:xfrm>
          <a:custGeom>
            <a:avLst/>
            <a:gdLst>
              <a:gd name="connsiteX0" fmla="*/ 0 w 503227"/>
              <a:gd name="connsiteY0" fmla="*/ 883716 h 1362395"/>
              <a:gd name="connsiteX1" fmla="*/ 503227 w 503227"/>
              <a:gd name="connsiteY1" fmla="*/ 0 h 1362395"/>
              <a:gd name="connsiteX2" fmla="*/ 466406 w 503227"/>
              <a:gd name="connsiteY2" fmla="*/ 503227 h 1362395"/>
              <a:gd name="connsiteX3" fmla="*/ 98191 w 503227"/>
              <a:gd name="connsiteY3" fmla="*/ 1362395 h 1362395"/>
              <a:gd name="connsiteX4" fmla="*/ 0 w 503227"/>
              <a:gd name="connsiteY4" fmla="*/ 883716 h 1362395"/>
              <a:gd name="connsiteX0" fmla="*/ 0 w 503227"/>
              <a:gd name="connsiteY0" fmla="*/ 883716 h 1362395"/>
              <a:gd name="connsiteX1" fmla="*/ 503227 w 503227"/>
              <a:gd name="connsiteY1" fmla="*/ 0 h 1362395"/>
              <a:gd name="connsiteX2" fmla="*/ 466406 w 503227"/>
              <a:gd name="connsiteY2" fmla="*/ 503227 h 1362395"/>
              <a:gd name="connsiteX3" fmla="*/ 62507 w 503227"/>
              <a:gd name="connsiteY3" fmla="*/ 1362395 h 1362395"/>
              <a:gd name="connsiteX4" fmla="*/ 0 w 503227"/>
              <a:gd name="connsiteY4" fmla="*/ 883716 h 1362395"/>
              <a:gd name="connsiteX0" fmla="*/ 0 w 466406"/>
              <a:gd name="connsiteY0" fmla="*/ 861414 h 1340093"/>
              <a:gd name="connsiteX1" fmla="*/ 458623 w 466406"/>
              <a:gd name="connsiteY1" fmla="*/ 0 h 1340093"/>
              <a:gd name="connsiteX2" fmla="*/ 466406 w 466406"/>
              <a:gd name="connsiteY2" fmla="*/ 480925 h 1340093"/>
              <a:gd name="connsiteX3" fmla="*/ 62507 w 466406"/>
              <a:gd name="connsiteY3" fmla="*/ 1340093 h 1340093"/>
              <a:gd name="connsiteX4" fmla="*/ 0 w 466406"/>
              <a:gd name="connsiteY4" fmla="*/ 861414 h 1340093"/>
              <a:gd name="connsiteX0" fmla="*/ 0 w 467544"/>
              <a:gd name="connsiteY0" fmla="*/ 861414 h 1340093"/>
              <a:gd name="connsiteX1" fmla="*/ 467544 w 467544"/>
              <a:gd name="connsiteY1" fmla="*/ 0 h 1340093"/>
              <a:gd name="connsiteX2" fmla="*/ 466406 w 467544"/>
              <a:gd name="connsiteY2" fmla="*/ 480925 h 1340093"/>
              <a:gd name="connsiteX3" fmla="*/ 62507 w 467544"/>
              <a:gd name="connsiteY3" fmla="*/ 1340093 h 1340093"/>
              <a:gd name="connsiteX4" fmla="*/ 0 w 467544"/>
              <a:gd name="connsiteY4" fmla="*/ 861414 h 1340093"/>
              <a:gd name="connsiteX0" fmla="*/ 0 w 466406"/>
              <a:gd name="connsiteY0" fmla="*/ 854298 h 1332977"/>
              <a:gd name="connsiteX1" fmla="*/ 261181 w 466406"/>
              <a:gd name="connsiteY1" fmla="*/ 0 h 1332977"/>
              <a:gd name="connsiteX2" fmla="*/ 466406 w 466406"/>
              <a:gd name="connsiteY2" fmla="*/ 473809 h 1332977"/>
              <a:gd name="connsiteX3" fmla="*/ 62507 w 466406"/>
              <a:gd name="connsiteY3" fmla="*/ 1332977 h 1332977"/>
              <a:gd name="connsiteX4" fmla="*/ 0 w 466406"/>
              <a:gd name="connsiteY4" fmla="*/ 854298 h 1332977"/>
              <a:gd name="connsiteX0" fmla="*/ 0 w 274282"/>
              <a:gd name="connsiteY0" fmla="*/ 854298 h 1332977"/>
              <a:gd name="connsiteX1" fmla="*/ 261181 w 274282"/>
              <a:gd name="connsiteY1" fmla="*/ 0 h 1332977"/>
              <a:gd name="connsiteX2" fmla="*/ 274275 w 274282"/>
              <a:gd name="connsiteY2" fmla="*/ 456019 h 1332977"/>
              <a:gd name="connsiteX3" fmla="*/ 62507 w 274282"/>
              <a:gd name="connsiteY3" fmla="*/ 1332977 h 1332977"/>
              <a:gd name="connsiteX4" fmla="*/ 0 w 274282"/>
              <a:gd name="connsiteY4" fmla="*/ 854298 h 1332977"/>
              <a:gd name="connsiteX0" fmla="*/ 0 w 267174"/>
              <a:gd name="connsiteY0" fmla="*/ 854298 h 1332977"/>
              <a:gd name="connsiteX1" fmla="*/ 261181 w 267174"/>
              <a:gd name="connsiteY1" fmla="*/ 0 h 1332977"/>
              <a:gd name="connsiteX2" fmla="*/ 267159 w 267174"/>
              <a:gd name="connsiteY2" fmla="*/ 456019 h 1332977"/>
              <a:gd name="connsiteX3" fmla="*/ 62507 w 267174"/>
              <a:gd name="connsiteY3" fmla="*/ 1332977 h 1332977"/>
              <a:gd name="connsiteX4" fmla="*/ 0 w 267174"/>
              <a:gd name="connsiteY4" fmla="*/ 854298 h 1332977"/>
              <a:gd name="connsiteX0" fmla="*/ 0 w 205624"/>
              <a:gd name="connsiteY0" fmla="*/ 413104 h 1332977"/>
              <a:gd name="connsiteX1" fmla="*/ 199631 w 205624"/>
              <a:gd name="connsiteY1" fmla="*/ 0 h 1332977"/>
              <a:gd name="connsiteX2" fmla="*/ 205609 w 205624"/>
              <a:gd name="connsiteY2" fmla="*/ 456019 h 1332977"/>
              <a:gd name="connsiteX3" fmla="*/ 957 w 205624"/>
              <a:gd name="connsiteY3" fmla="*/ 1332977 h 1332977"/>
              <a:gd name="connsiteX4" fmla="*/ 0 w 205624"/>
              <a:gd name="connsiteY4" fmla="*/ 413104 h 1332977"/>
              <a:gd name="connsiteX0" fmla="*/ 0 w 204344"/>
              <a:gd name="connsiteY0" fmla="*/ 413104 h 1332977"/>
              <a:gd name="connsiteX1" fmla="*/ 199631 w 204344"/>
              <a:gd name="connsiteY1" fmla="*/ 0 h 1332977"/>
              <a:gd name="connsiteX2" fmla="*/ 204326 w 204344"/>
              <a:gd name="connsiteY2" fmla="*/ 924364 h 1332977"/>
              <a:gd name="connsiteX3" fmla="*/ 957 w 204344"/>
              <a:gd name="connsiteY3" fmla="*/ 1332977 h 1332977"/>
              <a:gd name="connsiteX4" fmla="*/ 0 w 204344"/>
              <a:gd name="connsiteY4" fmla="*/ 413104 h 1332977"/>
              <a:gd name="connsiteX0" fmla="*/ 0 w 212038"/>
              <a:gd name="connsiteY0" fmla="*/ 408014 h 1332977"/>
              <a:gd name="connsiteX1" fmla="*/ 207325 w 212038"/>
              <a:gd name="connsiteY1" fmla="*/ 0 h 1332977"/>
              <a:gd name="connsiteX2" fmla="*/ 212020 w 212038"/>
              <a:gd name="connsiteY2" fmla="*/ 924364 h 1332977"/>
              <a:gd name="connsiteX3" fmla="*/ 8651 w 212038"/>
              <a:gd name="connsiteY3" fmla="*/ 1332977 h 1332977"/>
              <a:gd name="connsiteX4" fmla="*/ 0 w 212038"/>
              <a:gd name="connsiteY4" fmla="*/ 408014 h 1332977"/>
              <a:gd name="connsiteX0" fmla="*/ 0 w 212038"/>
              <a:gd name="connsiteY0" fmla="*/ 408014 h 1332977"/>
              <a:gd name="connsiteX1" fmla="*/ 207325 w 212038"/>
              <a:gd name="connsiteY1" fmla="*/ 0 h 1332977"/>
              <a:gd name="connsiteX2" fmla="*/ 212020 w 212038"/>
              <a:gd name="connsiteY2" fmla="*/ 924364 h 1332977"/>
              <a:gd name="connsiteX3" fmla="*/ 8651 w 212038"/>
              <a:gd name="connsiteY3" fmla="*/ 1332977 h 1332977"/>
              <a:gd name="connsiteX4" fmla="*/ 0 w 212038"/>
              <a:gd name="connsiteY4" fmla="*/ 408014 h 1332977"/>
              <a:gd name="connsiteX0" fmla="*/ 0 w 212038"/>
              <a:gd name="connsiteY0" fmla="*/ 408014 h 1332977"/>
              <a:gd name="connsiteX1" fmla="*/ 207325 w 212038"/>
              <a:gd name="connsiteY1" fmla="*/ 0 h 1332977"/>
              <a:gd name="connsiteX2" fmla="*/ 212020 w 212038"/>
              <a:gd name="connsiteY2" fmla="*/ 924364 h 1332977"/>
              <a:gd name="connsiteX3" fmla="*/ 8651 w 212038"/>
              <a:gd name="connsiteY3" fmla="*/ 1332977 h 1332977"/>
              <a:gd name="connsiteX4" fmla="*/ 0 w 212038"/>
              <a:gd name="connsiteY4" fmla="*/ 408014 h 1332977"/>
              <a:gd name="connsiteX0" fmla="*/ 0 w 222713"/>
              <a:gd name="connsiteY0" fmla="*/ 394438 h 1319401"/>
              <a:gd name="connsiteX1" fmla="*/ 222713 w 222713"/>
              <a:gd name="connsiteY1" fmla="*/ 0 h 1319401"/>
              <a:gd name="connsiteX2" fmla="*/ 212020 w 222713"/>
              <a:gd name="connsiteY2" fmla="*/ 910788 h 1319401"/>
              <a:gd name="connsiteX3" fmla="*/ 8651 w 222713"/>
              <a:gd name="connsiteY3" fmla="*/ 1319401 h 1319401"/>
              <a:gd name="connsiteX4" fmla="*/ 0 w 222713"/>
              <a:gd name="connsiteY4" fmla="*/ 394438 h 1319401"/>
              <a:gd name="connsiteX0" fmla="*/ 0 w 222753"/>
              <a:gd name="connsiteY0" fmla="*/ 394438 h 1319401"/>
              <a:gd name="connsiteX1" fmla="*/ 222713 w 222753"/>
              <a:gd name="connsiteY1" fmla="*/ 0 h 1319401"/>
              <a:gd name="connsiteX2" fmla="*/ 212020 w 222753"/>
              <a:gd name="connsiteY2" fmla="*/ 910788 h 1319401"/>
              <a:gd name="connsiteX3" fmla="*/ 8651 w 222753"/>
              <a:gd name="connsiteY3" fmla="*/ 1319401 h 1319401"/>
              <a:gd name="connsiteX4" fmla="*/ 0 w 222753"/>
              <a:gd name="connsiteY4" fmla="*/ 394438 h 1319401"/>
              <a:gd name="connsiteX0" fmla="*/ 0 w 217887"/>
              <a:gd name="connsiteY0" fmla="*/ 404103 h 1329066"/>
              <a:gd name="connsiteX1" fmla="*/ 217845 w 217887"/>
              <a:gd name="connsiteY1" fmla="*/ 0 h 1329066"/>
              <a:gd name="connsiteX2" fmla="*/ 212020 w 217887"/>
              <a:gd name="connsiteY2" fmla="*/ 920453 h 1329066"/>
              <a:gd name="connsiteX3" fmla="*/ 8651 w 217887"/>
              <a:gd name="connsiteY3" fmla="*/ 1329066 h 1329066"/>
              <a:gd name="connsiteX4" fmla="*/ 0 w 217887"/>
              <a:gd name="connsiteY4" fmla="*/ 404103 h 1329066"/>
              <a:gd name="connsiteX0" fmla="*/ 0 w 215454"/>
              <a:gd name="connsiteY0" fmla="*/ 418600 h 1343563"/>
              <a:gd name="connsiteX1" fmla="*/ 215411 w 215454"/>
              <a:gd name="connsiteY1" fmla="*/ 0 h 1343563"/>
              <a:gd name="connsiteX2" fmla="*/ 212020 w 215454"/>
              <a:gd name="connsiteY2" fmla="*/ 934950 h 1343563"/>
              <a:gd name="connsiteX3" fmla="*/ 8651 w 215454"/>
              <a:gd name="connsiteY3" fmla="*/ 1343563 h 1343563"/>
              <a:gd name="connsiteX4" fmla="*/ 0 w 215454"/>
              <a:gd name="connsiteY4" fmla="*/ 418600 h 1343563"/>
              <a:gd name="connsiteX0" fmla="*/ 0 w 215454"/>
              <a:gd name="connsiteY0" fmla="*/ 418600 h 1343563"/>
              <a:gd name="connsiteX1" fmla="*/ 215411 w 215454"/>
              <a:gd name="connsiteY1" fmla="*/ 0 h 1343563"/>
              <a:gd name="connsiteX2" fmla="*/ 212020 w 215454"/>
              <a:gd name="connsiteY2" fmla="*/ 934950 h 1343563"/>
              <a:gd name="connsiteX3" fmla="*/ 2565 w 215454"/>
              <a:gd name="connsiteY3" fmla="*/ 1343563 h 1343563"/>
              <a:gd name="connsiteX4" fmla="*/ 0 w 215454"/>
              <a:gd name="connsiteY4" fmla="*/ 418600 h 1343563"/>
              <a:gd name="connsiteX0" fmla="*/ 0 w 215454"/>
              <a:gd name="connsiteY0" fmla="*/ 418600 h 1343563"/>
              <a:gd name="connsiteX1" fmla="*/ 215411 w 215454"/>
              <a:gd name="connsiteY1" fmla="*/ 0 h 1343563"/>
              <a:gd name="connsiteX2" fmla="*/ 214454 w 215454"/>
              <a:gd name="connsiteY2" fmla="*/ 934950 h 1343563"/>
              <a:gd name="connsiteX3" fmla="*/ 2565 w 215454"/>
              <a:gd name="connsiteY3" fmla="*/ 1343563 h 1343563"/>
              <a:gd name="connsiteX4" fmla="*/ 0 w 215454"/>
              <a:gd name="connsiteY4" fmla="*/ 418600 h 1343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454" h="1343563">
                <a:moveTo>
                  <a:pt x="0" y="418600"/>
                </a:moveTo>
                <a:cubicBezTo>
                  <a:pt x="93471" y="211892"/>
                  <a:pt x="218111" y="21746"/>
                  <a:pt x="215411" y="0"/>
                </a:cubicBezTo>
                <a:cubicBezTo>
                  <a:pt x="215032" y="160308"/>
                  <a:pt x="214833" y="774642"/>
                  <a:pt x="214454" y="934950"/>
                </a:cubicBezTo>
                <a:lnTo>
                  <a:pt x="2565" y="1343563"/>
                </a:lnTo>
                <a:cubicBezTo>
                  <a:pt x="-319" y="1035242"/>
                  <a:pt x="2884" y="726921"/>
                  <a:pt x="0" y="418600"/>
                </a:cubicBezTo>
                <a:close/>
              </a:path>
            </a:pathLst>
          </a:custGeom>
          <a:gradFill>
            <a:gsLst>
              <a:gs pos="73000">
                <a:schemeClr val="accent4">
                  <a:lumMod val="98000"/>
                  <a:lumOff val="2000"/>
                </a:schemeClr>
              </a:gs>
              <a:gs pos="14000">
                <a:schemeClr val="accent5">
                  <a:lumMod val="75000"/>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a:ea typeface="+mn-ea"/>
              <a:cs typeface="+mn-cs"/>
            </a:endParaRPr>
          </a:p>
        </p:txBody>
      </p:sp>
      <p:sp>
        <p:nvSpPr>
          <p:cNvPr id="10" name="Rectangle 9">
            <a:extLst>
              <a:ext uri="{FF2B5EF4-FFF2-40B4-BE49-F238E27FC236}">
                <a16:creationId xmlns:a16="http://schemas.microsoft.com/office/drawing/2014/main" id="{B091581A-A8D0-6F17-04D0-3B2B4B6F4275}"/>
              </a:ext>
            </a:extLst>
          </p:cNvPr>
          <p:cNvSpPr/>
          <p:nvPr/>
        </p:nvSpPr>
        <p:spPr>
          <a:xfrm>
            <a:off x="4238067" y="1388702"/>
            <a:ext cx="3690877" cy="686996"/>
          </a:xfrm>
          <a:prstGeom prst="rect">
            <a:avLst/>
          </a:prstGeom>
          <a:solidFill>
            <a:srgbClr val="43B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marR="0" lvl="0" indent="-17145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Aptos"/>
                <a:ea typeface="+mn-ea"/>
                <a:cs typeface="Arial"/>
              </a:rPr>
              <a:t>Train</a:t>
            </a:r>
            <a:r>
              <a:rPr kumimoji="0" lang="en-US" sz="1200" b="1" i="1" u="none" strike="noStrike" kern="1200" cap="none" spc="0" normalizeH="0" baseline="0" noProof="0">
                <a:ln>
                  <a:noFill/>
                </a:ln>
                <a:solidFill>
                  <a:prstClr val="white"/>
                </a:solidFill>
                <a:effectLst/>
                <a:uLnTx/>
                <a:uFillTx/>
                <a:latin typeface="Aptos"/>
                <a:ea typeface="+mn-ea"/>
                <a:cs typeface="Arial"/>
              </a:rPr>
              <a:t> </a:t>
            </a:r>
          </a:p>
          <a:p>
            <a:pPr marL="171450" marR="0" lvl="0" indent="-17145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prstClr val="white"/>
                </a:solidFill>
                <a:effectLst/>
                <a:uLnTx/>
                <a:uFillTx/>
                <a:latin typeface="Aptos"/>
                <a:ea typeface="+mn-ea"/>
                <a:cs typeface="Arial"/>
              </a:rPr>
              <a:t>(up to </a:t>
            </a:r>
            <a:r>
              <a:rPr lang="en-US" sz="1200" i="1">
                <a:solidFill>
                  <a:prstClr val="white"/>
                </a:solidFill>
                <a:latin typeface="Aptos"/>
                <a:cs typeface="Arial"/>
              </a:rPr>
              <a:t>8</a:t>
            </a:r>
            <a:r>
              <a:rPr kumimoji="0" lang="en-US" sz="1200" b="0" i="1" u="none" strike="noStrike" kern="1200" cap="none" spc="0" normalizeH="0" baseline="0" noProof="0">
                <a:ln>
                  <a:noFill/>
                </a:ln>
                <a:solidFill>
                  <a:prstClr val="white"/>
                </a:solidFill>
                <a:effectLst/>
                <a:uLnTx/>
                <a:uFillTx/>
                <a:latin typeface="Aptos"/>
                <a:ea typeface="+mn-ea"/>
                <a:cs typeface="Arial"/>
              </a:rPr>
              <a:t> weeks)</a:t>
            </a:r>
          </a:p>
        </p:txBody>
      </p:sp>
      <p:sp>
        <p:nvSpPr>
          <p:cNvPr id="18" name="Freeform: Shape 17">
            <a:extLst>
              <a:ext uri="{FF2B5EF4-FFF2-40B4-BE49-F238E27FC236}">
                <a16:creationId xmlns:a16="http://schemas.microsoft.com/office/drawing/2014/main" id="{54584AB1-217F-D385-106A-7B0004E2B4E0}"/>
              </a:ext>
            </a:extLst>
          </p:cNvPr>
          <p:cNvSpPr/>
          <p:nvPr/>
        </p:nvSpPr>
        <p:spPr>
          <a:xfrm>
            <a:off x="7925712" y="1082558"/>
            <a:ext cx="210755" cy="993140"/>
          </a:xfrm>
          <a:custGeom>
            <a:avLst/>
            <a:gdLst>
              <a:gd name="connsiteX0" fmla="*/ 0 w 503227"/>
              <a:gd name="connsiteY0" fmla="*/ 883716 h 1362395"/>
              <a:gd name="connsiteX1" fmla="*/ 503227 w 503227"/>
              <a:gd name="connsiteY1" fmla="*/ 0 h 1362395"/>
              <a:gd name="connsiteX2" fmla="*/ 466406 w 503227"/>
              <a:gd name="connsiteY2" fmla="*/ 503227 h 1362395"/>
              <a:gd name="connsiteX3" fmla="*/ 98191 w 503227"/>
              <a:gd name="connsiteY3" fmla="*/ 1362395 h 1362395"/>
              <a:gd name="connsiteX4" fmla="*/ 0 w 503227"/>
              <a:gd name="connsiteY4" fmla="*/ 883716 h 1362395"/>
              <a:gd name="connsiteX0" fmla="*/ 0 w 503227"/>
              <a:gd name="connsiteY0" fmla="*/ 883716 h 1362395"/>
              <a:gd name="connsiteX1" fmla="*/ 503227 w 503227"/>
              <a:gd name="connsiteY1" fmla="*/ 0 h 1362395"/>
              <a:gd name="connsiteX2" fmla="*/ 466406 w 503227"/>
              <a:gd name="connsiteY2" fmla="*/ 503227 h 1362395"/>
              <a:gd name="connsiteX3" fmla="*/ 62507 w 503227"/>
              <a:gd name="connsiteY3" fmla="*/ 1362395 h 1362395"/>
              <a:gd name="connsiteX4" fmla="*/ 0 w 503227"/>
              <a:gd name="connsiteY4" fmla="*/ 883716 h 1362395"/>
              <a:gd name="connsiteX0" fmla="*/ 0 w 466406"/>
              <a:gd name="connsiteY0" fmla="*/ 861414 h 1340093"/>
              <a:gd name="connsiteX1" fmla="*/ 458623 w 466406"/>
              <a:gd name="connsiteY1" fmla="*/ 0 h 1340093"/>
              <a:gd name="connsiteX2" fmla="*/ 466406 w 466406"/>
              <a:gd name="connsiteY2" fmla="*/ 480925 h 1340093"/>
              <a:gd name="connsiteX3" fmla="*/ 62507 w 466406"/>
              <a:gd name="connsiteY3" fmla="*/ 1340093 h 1340093"/>
              <a:gd name="connsiteX4" fmla="*/ 0 w 466406"/>
              <a:gd name="connsiteY4" fmla="*/ 861414 h 1340093"/>
              <a:gd name="connsiteX0" fmla="*/ 0 w 467544"/>
              <a:gd name="connsiteY0" fmla="*/ 861414 h 1340093"/>
              <a:gd name="connsiteX1" fmla="*/ 467544 w 467544"/>
              <a:gd name="connsiteY1" fmla="*/ 0 h 1340093"/>
              <a:gd name="connsiteX2" fmla="*/ 466406 w 467544"/>
              <a:gd name="connsiteY2" fmla="*/ 480925 h 1340093"/>
              <a:gd name="connsiteX3" fmla="*/ 62507 w 467544"/>
              <a:gd name="connsiteY3" fmla="*/ 1340093 h 1340093"/>
              <a:gd name="connsiteX4" fmla="*/ 0 w 467544"/>
              <a:gd name="connsiteY4" fmla="*/ 861414 h 1340093"/>
              <a:gd name="connsiteX0" fmla="*/ 0 w 466406"/>
              <a:gd name="connsiteY0" fmla="*/ 854298 h 1332977"/>
              <a:gd name="connsiteX1" fmla="*/ 261181 w 466406"/>
              <a:gd name="connsiteY1" fmla="*/ 0 h 1332977"/>
              <a:gd name="connsiteX2" fmla="*/ 466406 w 466406"/>
              <a:gd name="connsiteY2" fmla="*/ 473809 h 1332977"/>
              <a:gd name="connsiteX3" fmla="*/ 62507 w 466406"/>
              <a:gd name="connsiteY3" fmla="*/ 1332977 h 1332977"/>
              <a:gd name="connsiteX4" fmla="*/ 0 w 466406"/>
              <a:gd name="connsiteY4" fmla="*/ 854298 h 1332977"/>
              <a:gd name="connsiteX0" fmla="*/ 0 w 274282"/>
              <a:gd name="connsiteY0" fmla="*/ 854298 h 1332977"/>
              <a:gd name="connsiteX1" fmla="*/ 261181 w 274282"/>
              <a:gd name="connsiteY1" fmla="*/ 0 h 1332977"/>
              <a:gd name="connsiteX2" fmla="*/ 274275 w 274282"/>
              <a:gd name="connsiteY2" fmla="*/ 456019 h 1332977"/>
              <a:gd name="connsiteX3" fmla="*/ 62507 w 274282"/>
              <a:gd name="connsiteY3" fmla="*/ 1332977 h 1332977"/>
              <a:gd name="connsiteX4" fmla="*/ 0 w 274282"/>
              <a:gd name="connsiteY4" fmla="*/ 854298 h 1332977"/>
              <a:gd name="connsiteX0" fmla="*/ 0 w 267174"/>
              <a:gd name="connsiteY0" fmla="*/ 854298 h 1332977"/>
              <a:gd name="connsiteX1" fmla="*/ 261181 w 267174"/>
              <a:gd name="connsiteY1" fmla="*/ 0 h 1332977"/>
              <a:gd name="connsiteX2" fmla="*/ 267159 w 267174"/>
              <a:gd name="connsiteY2" fmla="*/ 456019 h 1332977"/>
              <a:gd name="connsiteX3" fmla="*/ 62507 w 267174"/>
              <a:gd name="connsiteY3" fmla="*/ 1332977 h 1332977"/>
              <a:gd name="connsiteX4" fmla="*/ 0 w 267174"/>
              <a:gd name="connsiteY4" fmla="*/ 854298 h 1332977"/>
              <a:gd name="connsiteX0" fmla="*/ 0 w 205624"/>
              <a:gd name="connsiteY0" fmla="*/ 413104 h 1332977"/>
              <a:gd name="connsiteX1" fmla="*/ 199631 w 205624"/>
              <a:gd name="connsiteY1" fmla="*/ 0 h 1332977"/>
              <a:gd name="connsiteX2" fmla="*/ 205609 w 205624"/>
              <a:gd name="connsiteY2" fmla="*/ 456019 h 1332977"/>
              <a:gd name="connsiteX3" fmla="*/ 957 w 205624"/>
              <a:gd name="connsiteY3" fmla="*/ 1332977 h 1332977"/>
              <a:gd name="connsiteX4" fmla="*/ 0 w 205624"/>
              <a:gd name="connsiteY4" fmla="*/ 413104 h 1332977"/>
              <a:gd name="connsiteX0" fmla="*/ 0 w 204344"/>
              <a:gd name="connsiteY0" fmla="*/ 413104 h 1332977"/>
              <a:gd name="connsiteX1" fmla="*/ 199631 w 204344"/>
              <a:gd name="connsiteY1" fmla="*/ 0 h 1332977"/>
              <a:gd name="connsiteX2" fmla="*/ 204326 w 204344"/>
              <a:gd name="connsiteY2" fmla="*/ 924364 h 1332977"/>
              <a:gd name="connsiteX3" fmla="*/ 957 w 204344"/>
              <a:gd name="connsiteY3" fmla="*/ 1332977 h 1332977"/>
              <a:gd name="connsiteX4" fmla="*/ 0 w 204344"/>
              <a:gd name="connsiteY4" fmla="*/ 413104 h 1332977"/>
              <a:gd name="connsiteX0" fmla="*/ 0 w 212038"/>
              <a:gd name="connsiteY0" fmla="*/ 408014 h 1332977"/>
              <a:gd name="connsiteX1" fmla="*/ 207325 w 212038"/>
              <a:gd name="connsiteY1" fmla="*/ 0 h 1332977"/>
              <a:gd name="connsiteX2" fmla="*/ 212020 w 212038"/>
              <a:gd name="connsiteY2" fmla="*/ 924364 h 1332977"/>
              <a:gd name="connsiteX3" fmla="*/ 8651 w 212038"/>
              <a:gd name="connsiteY3" fmla="*/ 1332977 h 1332977"/>
              <a:gd name="connsiteX4" fmla="*/ 0 w 212038"/>
              <a:gd name="connsiteY4" fmla="*/ 408014 h 1332977"/>
              <a:gd name="connsiteX0" fmla="*/ 0 w 212038"/>
              <a:gd name="connsiteY0" fmla="*/ 408014 h 1332977"/>
              <a:gd name="connsiteX1" fmla="*/ 207325 w 212038"/>
              <a:gd name="connsiteY1" fmla="*/ 0 h 1332977"/>
              <a:gd name="connsiteX2" fmla="*/ 212020 w 212038"/>
              <a:gd name="connsiteY2" fmla="*/ 924364 h 1332977"/>
              <a:gd name="connsiteX3" fmla="*/ 8651 w 212038"/>
              <a:gd name="connsiteY3" fmla="*/ 1332977 h 1332977"/>
              <a:gd name="connsiteX4" fmla="*/ 0 w 212038"/>
              <a:gd name="connsiteY4" fmla="*/ 408014 h 1332977"/>
              <a:gd name="connsiteX0" fmla="*/ 0 w 212038"/>
              <a:gd name="connsiteY0" fmla="*/ 408014 h 1332977"/>
              <a:gd name="connsiteX1" fmla="*/ 207325 w 212038"/>
              <a:gd name="connsiteY1" fmla="*/ 0 h 1332977"/>
              <a:gd name="connsiteX2" fmla="*/ 212020 w 212038"/>
              <a:gd name="connsiteY2" fmla="*/ 924364 h 1332977"/>
              <a:gd name="connsiteX3" fmla="*/ 8651 w 212038"/>
              <a:gd name="connsiteY3" fmla="*/ 1332977 h 1332977"/>
              <a:gd name="connsiteX4" fmla="*/ 0 w 212038"/>
              <a:gd name="connsiteY4" fmla="*/ 408014 h 1332977"/>
              <a:gd name="connsiteX0" fmla="*/ 0 w 222713"/>
              <a:gd name="connsiteY0" fmla="*/ 394438 h 1319401"/>
              <a:gd name="connsiteX1" fmla="*/ 222713 w 222713"/>
              <a:gd name="connsiteY1" fmla="*/ 0 h 1319401"/>
              <a:gd name="connsiteX2" fmla="*/ 212020 w 222713"/>
              <a:gd name="connsiteY2" fmla="*/ 910788 h 1319401"/>
              <a:gd name="connsiteX3" fmla="*/ 8651 w 222713"/>
              <a:gd name="connsiteY3" fmla="*/ 1319401 h 1319401"/>
              <a:gd name="connsiteX4" fmla="*/ 0 w 222713"/>
              <a:gd name="connsiteY4" fmla="*/ 394438 h 1319401"/>
              <a:gd name="connsiteX0" fmla="*/ 0 w 222753"/>
              <a:gd name="connsiteY0" fmla="*/ 394438 h 1319401"/>
              <a:gd name="connsiteX1" fmla="*/ 222713 w 222753"/>
              <a:gd name="connsiteY1" fmla="*/ 0 h 1319401"/>
              <a:gd name="connsiteX2" fmla="*/ 212020 w 222753"/>
              <a:gd name="connsiteY2" fmla="*/ 910788 h 1319401"/>
              <a:gd name="connsiteX3" fmla="*/ 8651 w 222753"/>
              <a:gd name="connsiteY3" fmla="*/ 1319401 h 1319401"/>
              <a:gd name="connsiteX4" fmla="*/ 0 w 222753"/>
              <a:gd name="connsiteY4" fmla="*/ 394438 h 1319401"/>
              <a:gd name="connsiteX0" fmla="*/ 0 w 217887"/>
              <a:gd name="connsiteY0" fmla="*/ 404103 h 1329066"/>
              <a:gd name="connsiteX1" fmla="*/ 217845 w 217887"/>
              <a:gd name="connsiteY1" fmla="*/ 0 h 1329066"/>
              <a:gd name="connsiteX2" fmla="*/ 212020 w 217887"/>
              <a:gd name="connsiteY2" fmla="*/ 920453 h 1329066"/>
              <a:gd name="connsiteX3" fmla="*/ 8651 w 217887"/>
              <a:gd name="connsiteY3" fmla="*/ 1329066 h 1329066"/>
              <a:gd name="connsiteX4" fmla="*/ 0 w 217887"/>
              <a:gd name="connsiteY4" fmla="*/ 404103 h 1329066"/>
              <a:gd name="connsiteX0" fmla="*/ 0 w 215454"/>
              <a:gd name="connsiteY0" fmla="*/ 418600 h 1343563"/>
              <a:gd name="connsiteX1" fmla="*/ 215411 w 215454"/>
              <a:gd name="connsiteY1" fmla="*/ 0 h 1343563"/>
              <a:gd name="connsiteX2" fmla="*/ 212020 w 215454"/>
              <a:gd name="connsiteY2" fmla="*/ 934950 h 1343563"/>
              <a:gd name="connsiteX3" fmla="*/ 8651 w 215454"/>
              <a:gd name="connsiteY3" fmla="*/ 1343563 h 1343563"/>
              <a:gd name="connsiteX4" fmla="*/ 0 w 215454"/>
              <a:gd name="connsiteY4" fmla="*/ 418600 h 1343563"/>
              <a:gd name="connsiteX0" fmla="*/ 0 w 215454"/>
              <a:gd name="connsiteY0" fmla="*/ 418600 h 1343563"/>
              <a:gd name="connsiteX1" fmla="*/ 215411 w 215454"/>
              <a:gd name="connsiteY1" fmla="*/ 0 h 1343563"/>
              <a:gd name="connsiteX2" fmla="*/ 212020 w 215454"/>
              <a:gd name="connsiteY2" fmla="*/ 934950 h 1343563"/>
              <a:gd name="connsiteX3" fmla="*/ 2565 w 215454"/>
              <a:gd name="connsiteY3" fmla="*/ 1343563 h 1343563"/>
              <a:gd name="connsiteX4" fmla="*/ 0 w 215454"/>
              <a:gd name="connsiteY4" fmla="*/ 418600 h 1343563"/>
              <a:gd name="connsiteX0" fmla="*/ 0 w 215454"/>
              <a:gd name="connsiteY0" fmla="*/ 418600 h 1343563"/>
              <a:gd name="connsiteX1" fmla="*/ 215411 w 215454"/>
              <a:gd name="connsiteY1" fmla="*/ 0 h 1343563"/>
              <a:gd name="connsiteX2" fmla="*/ 214454 w 215454"/>
              <a:gd name="connsiteY2" fmla="*/ 934950 h 1343563"/>
              <a:gd name="connsiteX3" fmla="*/ 2565 w 215454"/>
              <a:gd name="connsiteY3" fmla="*/ 1343563 h 1343563"/>
              <a:gd name="connsiteX4" fmla="*/ 0 w 215454"/>
              <a:gd name="connsiteY4" fmla="*/ 418600 h 1343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454" h="1343563">
                <a:moveTo>
                  <a:pt x="0" y="418600"/>
                </a:moveTo>
                <a:cubicBezTo>
                  <a:pt x="93471" y="211892"/>
                  <a:pt x="218111" y="21746"/>
                  <a:pt x="215411" y="0"/>
                </a:cubicBezTo>
                <a:cubicBezTo>
                  <a:pt x="215032" y="160308"/>
                  <a:pt x="214833" y="774642"/>
                  <a:pt x="214454" y="934950"/>
                </a:cubicBezTo>
                <a:lnTo>
                  <a:pt x="2565" y="1343563"/>
                </a:lnTo>
                <a:cubicBezTo>
                  <a:pt x="-319" y="1035242"/>
                  <a:pt x="2884" y="726921"/>
                  <a:pt x="0" y="418600"/>
                </a:cubicBezTo>
                <a:close/>
              </a:path>
            </a:pathLst>
          </a:custGeom>
          <a:gradFill>
            <a:gsLst>
              <a:gs pos="73000">
                <a:schemeClr val="accent4">
                  <a:lumMod val="98000"/>
                  <a:lumOff val="2000"/>
                </a:schemeClr>
              </a:gs>
              <a:gs pos="14000">
                <a:schemeClr val="accent5">
                  <a:lumMod val="75000"/>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a:ea typeface="+mn-ea"/>
              <a:cs typeface="+mn-cs"/>
            </a:endParaRPr>
          </a:p>
        </p:txBody>
      </p:sp>
      <p:sp>
        <p:nvSpPr>
          <p:cNvPr id="21" name="TextBox 20">
            <a:extLst>
              <a:ext uri="{FF2B5EF4-FFF2-40B4-BE49-F238E27FC236}">
                <a16:creationId xmlns:a16="http://schemas.microsoft.com/office/drawing/2014/main" id="{15B82870-E21F-CF1A-1FD3-054D367F8C37}"/>
              </a:ext>
            </a:extLst>
          </p:cNvPr>
          <p:cNvSpPr txBox="1"/>
          <p:nvPr/>
        </p:nvSpPr>
        <p:spPr>
          <a:xfrm>
            <a:off x="1291597" y="2451894"/>
            <a:ext cx="1793482"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Aptos"/>
                <a:ea typeface="Open Sans"/>
                <a:cs typeface="Open Sans"/>
              </a:rPr>
              <a:t>Assess &amp; Setup</a:t>
            </a:r>
          </a:p>
        </p:txBody>
      </p:sp>
      <p:sp>
        <p:nvSpPr>
          <p:cNvPr id="22" name="TextBox 21">
            <a:extLst>
              <a:ext uri="{FF2B5EF4-FFF2-40B4-BE49-F238E27FC236}">
                <a16:creationId xmlns:a16="http://schemas.microsoft.com/office/drawing/2014/main" id="{1330EBE3-9D53-4F07-8258-7EF53FF99983}"/>
              </a:ext>
            </a:extLst>
          </p:cNvPr>
          <p:cNvSpPr txBox="1"/>
          <p:nvPr/>
        </p:nvSpPr>
        <p:spPr>
          <a:xfrm>
            <a:off x="5087441" y="2212355"/>
            <a:ext cx="1992128"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Aptos"/>
                <a:ea typeface="Open Sans"/>
                <a:cs typeface="Open Sans"/>
              </a:rPr>
              <a:t>Configure &amp; Integrate</a:t>
            </a:r>
          </a:p>
        </p:txBody>
      </p:sp>
      <p:sp>
        <p:nvSpPr>
          <p:cNvPr id="23" name="TextBox 22">
            <a:extLst>
              <a:ext uri="{FF2B5EF4-FFF2-40B4-BE49-F238E27FC236}">
                <a16:creationId xmlns:a16="http://schemas.microsoft.com/office/drawing/2014/main" id="{2D45368C-827F-4E5E-B8BC-177E2E08A08E}"/>
              </a:ext>
            </a:extLst>
          </p:cNvPr>
          <p:cNvSpPr txBox="1"/>
          <p:nvPr/>
        </p:nvSpPr>
        <p:spPr>
          <a:xfrm>
            <a:off x="9120504" y="1936293"/>
            <a:ext cx="1992128"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Aptos"/>
                <a:ea typeface="Open Sans"/>
                <a:cs typeface="Open Sans"/>
              </a:rPr>
              <a:t>Launch &amp; Validate Pilot</a:t>
            </a:r>
          </a:p>
        </p:txBody>
      </p:sp>
      <p:pic>
        <p:nvPicPr>
          <p:cNvPr id="9" name="Picture 8" descr="A green and white text on a black background&#10;&#10;AI-generated content may be incorrect.">
            <a:extLst>
              <a:ext uri="{FF2B5EF4-FFF2-40B4-BE49-F238E27FC236}">
                <a16:creationId xmlns:a16="http://schemas.microsoft.com/office/drawing/2014/main" id="{1D4D0E56-C31E-769D-32F0-DFB9BEB3549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862568" y="260280"/>
            <a:ext cx="1062001" cy="418482"/>
          </a:xfrm>
          <a:prstGeom prst="rect">
            <a:avLst/>
          </a:prstGeom>
        </p:spPr>
      </p:pic>
      <p:sp>
        <p:nvSpPr>
          <p:cNvPr id="2" name="TextBox 1">
            <a:extLst>
              <a:ext uri="{FF2B5EF4-FFF2-40B4-BE49-F238E27FC236}">
                <a16:creationId xmlns:a16="http://schemas.microsoft.com/office/drawing/2014/main" id="{D4140625-DDE9-E2E6-54E8-5FA51EEBE380}"/>
              </a:ext>
            </a:extLst>
          </p:cNvPr>
          <p:cNvSpPr txBox="1"/>
          <p:nvPr/>
        </p:nvSpPr>
        <p:spPr>
          <a:xfrm>
            <a:off x="504082" y="337789"/>
            <a:ext cx="9584674" cy="72327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100" b="1" err="1">
                <a:solidFill>
                  <a:schemeClr val="bg1"/>
                </a:solidFill>
                <a:latin typeface="Aptos" panose="020B0004020202020204" pitchFamily="34" charset="0"/>
                <a:ea typeface="+mj-ea"/>
                <a:cs typeface="Calibri Light" panose="020F0302020204030204" pitchFamily="34" charset="0"/>
              </a:rPr>
              <a:t>ZoraAI</a:t>
            </a:r>
            <a:r>
              <a:rPr lang="en-US" sz="2100" b="1">
                <a:solidFill>
                  <a:schemeClr val="bg1"/>
                </a:solidFill>
                <a:latin typeface="Aptos" panose="020B0004020202020204" pitchFamily="34" charset="0"/>
                <a:ea typeface="+mj-ea"/>
                <a:cs typeface="Calibri Light" panose="020F0302020204030204" pitchFamily="34" charset="0"/>
              </a:rPr>
              <a:t> ™ : Pilot Activation Methodology</a:t>
            </a:r>
          </a:p>
          <a:p>
            <a:pPr marL="203200" indent="-203200" algn="ctr">
              <a:spcBef>
                <a:spcPts val="600"/>
              </a:spcBef>
              <a:buSzPct val="100000"/>
              <a:buFont typeface="Arial"/>
              <a:buChar char="•"/>
            </a:pPr>
            <a:endParaRPr lang="en-US" sz="2100" b="1">
              <a:solidFill>
                <a:schemeClr val="bg1"/>
              </a:solidFill>
              <a:latin typeface="Aptos" panose="020B0004020202020204" pitchFamily="34" charset="0"/>
              <a:ea typeface="+mj-ea"/>
              <a:cs typeface="Calibri Light" panose="020F0302020204030204" pitchFamily="34" charset="0"/>
            </a:endParaRPr>
          </a:p>
        </p:txBody>
      </p:sp>
      <p:pic>
        <p:nvPicPr>
          <p:cNvPr id="3" name="Picture 2" descr="Renewi logo in transparent PNG and vectorized SVG formats">
            <a:extLst>
              <a:ext uri="{FF2B5EF4-FFF2-40B4-BE49-F238E27FC236}">
                <a16:creationId xmlns:a16="http://schemas.microsoft.com/office/drawing/2014/main" id="{CD71E34A-6C1C-A941-CD75-E64ACD5A6D70}"/>
              </a:ext>
            </a:extLst>
          </p:cNvPr>
          <p:cNvPicPr>
            <a:picLocks noChangeAspect="1"/>
          </p:cNvPicPr>
          <p:nvPr/>
        </p:nvPicPr>
        <p:blipFill>
          <a:blip r:embed="rId6"/>
          <a:stretch>
            <a:fillRect/>
          </a:stretch>
        </p:blipFill>
        <p:spPr>
          <a:xfrm>
            <a:off x="9516853" y="119349"/>
            <a:ext cx="925185" cy="569206"/>
          </a:xfrm>
          <a:prstGeom prst="rect">
            <a:avLst/>
          </a:prstGeom>
        </p:spPr>
      </p:pic>
    </p:spTree>
    <p:extLst>
      <p:ext uri="{BB962C8B-B14F-4D97-AF65-F5344CB8AC3E}">
        <p14:creationId xmlns:p14="http://schemas.microsoft.com/office/powerpoint/2010/main" val="805911584"/>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_Deloitte Brand Theme">
  <a:themeElements>
    <a:clrScheme name="Custom 1">
      <a:dk1>
        <a:sysClr val="windowText" lastClr="000000"/>
      </a:dk1>
      <a:lt1>
        <a:sysClr val="window" lastClr="FFFFFF"/>
      </a:lt1>
      <a:dk2>
        <a:srgbClr val="D0D0CE"/>
      </a:dk2>
      <a:lt2>
        <a:srgbClr val="53565A"/>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eloitte NSE">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Presentation1" id="{D49F25BE-4A20-456C-BDCE-F6635A3DE58D}" vid="{37FE3EE6-063D-44DD-A490-0AF0157BE16E}"/>
    </a:ext>
  </a:extLst>
</a:theme>
</file>

<file path=ppt/theme/theme2.xml><?xml version="1.0" encoding="utf-8"?>
<a:theme xmlns:a="http://schemas.openxmlformats.org/drawingml/2006/main" name="2_GenAI_202307">
  <a:themeElements>
    <a:clrScheme name="Custom 2">
      <a:dk1>
        <a:srgbClr val="000000"/>
      </a:dk1>
      <a:lt1>
        <a:srgbClr val="FFFFFF"/>
      </a:lt1>
      <a:dk2>
        <a:srgbClr val="53565A"/>
      </a:dk2>
      <a:lt2>
        <a:srgbClr val="D0D0CE"/>
      </a:lt2>
      <a:accent1>
        <a:srgbClr val="86BC25"/>
      </a:accent1>
      <a:accent2>
        <a:srgbClr val="43B02A"/>
      </a:accent2>
      <a:accent3>
        <a:srgbClr val="26890D"/>
      </a:accent3>
      <a:accent4>
        <a:srgbClr val="007CB0"/>
      </a:accent4>
      <a:accent5>
        <a:srgbClr val="0D8390"/>
      </a:accent5>
      <a:accent6>
        <a:srgbClr val="75787B"/>
      </a:accent6>
      <a:hlink>
        <a:srgbClr val="61B5E5"/>
      </a:hlink>
      <a:folHlink>
        <a:srgbClr val="53565A"/>
      </a:folHlink>
    </a:clrScheme>
    <a:fontScheme name="Custom 1">
      <a:majorFont>
        <a:latin typeface="Open Sans Light"/>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bodyPr vert="horz" wrap="square" lIns="0" tIns="0" rIns="0" bIns="0" rtlCol="0" anchor="t" anchorCtr="0">
        <a:noAutofit/>
      </a:bodyPr>
      <a:lstStyle>
        <a:defPPr algn="l">
          <a:lnSpc>
            <a:spcPct val="110000"/>
          </a:lnSpc>
          <a:defRPr sz="1000" b="0" cap="none" spc="0" dirty="0" err="1" smtClean="0">
            <a:latin typeface="+mn-lt"/>
            <a:ea typeface="Open Sans" panose="020B0606030504020204" pitchFamily="34" charset="0"/>
            <a:cs typeface="Open Sans" panose="020B0606030504020204" pitchFamily="34" charset="0"/>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GenAI_202307" id="{9E647E9C-99B5-416E-8839-0F599414A5F1}" vid="{A8FF280B-D08A-4344-94EC-C7A036A0FDB1}"/>
    </a:ext>
  </a:extLst>
</a:theme>
</file>

<file path=ppt/theme/theme3.xml><?xml version="1.0" encoding="utf-8"?>
<a:theme xmlns:a="http://schemas.openxmlformats.org/drawingml/2006/main" name="1_Deloitte_Brand_Theme">
  <a:themeElements>
    <a:clrScheme name="Custom 3">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Custom 1">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Brand_Theme" id="{6616D06F-355C-41D2-AEC5-9DE6DC577919}" vid="{C6B605AB-3ACD-4914-BC91-A310AFB77AE8}"/>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TemplafySlideTemplateConfiguration><![CDATA[{"slideVersion":1,"isValidatorEnabled":false,"isLocked":false,"elementsMetadata":[{"type":"shape","elementConfiguration":{"visibility":"{{IfElse(Equals(Form.Choose_logo.LogoChoiceValue, \"\"), VisibilityType.Visible, VisibilityType.Hidden)}}","updateType":"noUpdate","placements":[],"hyperlinks":[],"type":"inlineBinding"}},{"type":"shape","elementConfiguration":{"inheritDimensions":"{{InheritDimensions.InheritNone}}","width":"6.35 cm","height":"","image":"{{IfElse(Equals(Form.Choose_logo.LogoChoiceValue, \"UserProfileLogo\"), UserProfile.Brand.PP_LogoWhite.Image, DataSources.ImageFiles[\"Deloitte Tagline Lockup White-CMYK.png\"].Image)}}","visibility":"","type":"image","disableUpdates":false}}],"slideId":"1275250867249610753","enableDocumentContentUpdater":false,"version":"2.0"}]]></TemplafySlideTemplateConfiguration>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95C0A41E11E2646B8119A038626E984" ma:contentTypeVersion="9" ma:contentTypeDescription="Create a new document." ma:contentTypeScope="" ma:versionID="d026f58d989d4b1308d6a9197c99fbbc">
  <xsd:schema xmlns:xsd="http://www.w3.org/2001/XMLSchema" xmlns:xs="http://www.w3.org/2001/XMLSchema" xmlns:p="http://schemas.microsoft.com/office/2006/metadata/properties" xmlns:ns2="12c928ed-932d-4dd7-97fe-17f310748645" targetNamespace="http://schemas.microsoft.com/office/2006/metadata/properties" ma:root="true" ma:fieldsID="e6f870d5a47efb6d473eb5e994c7a086" ns2:_="">
    <xsd:import namespace="12c928ed-932d-4dd7-97fe-17f31074864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Notes" minOccurs="0"/>
                <xsd:element ref="ns2:MediaServiceBillingMetadata"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2c928ed-932d-4dd7-97fe-17f3107486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Notes" ma:index="11" nillable="true" ma:displayName="Notes" ma:format="Dropdown" ma:internalName="Notes">
      <xsd:simpleType>
        <xsd:restriction base="dms:Text">
          <xsd:maxLength value="255"/>
        </xsd:restriction>
      </xsd:simpleType>
    </xsd:element>
    <xsd:element name="MediaServiceBillingMetadata" ma:index="12" nillable="true" ma:displayName="MediaServiceBillingMetadata" ma:hidden="true" ma:internalName="MediaServiceBillingMetadata"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Notes xmlns="12c928ed-932d-4dd7-97fe-17f310748645" xsi:nil="true"/>
  </documentManagement>
</p:properties>
</file>

<file path=customXml/item5.xml><?xml version="1.0" encoding="utf-8"?>
<TemplafySlideFormConfiguration><![CDATA[{"formFields":[{"distinct":false,"hideIfNoUserInteractionRequired":true,"required":false,"autoSelectFirstOption":true,"helpTexts":{},"spacing":{},"shareValue":false,"type":"dropDown","dataSourceName":"LogoChooser","dataSourceFieldName":"LogoChoice","filterCondition":{"type":"and","conditions":[{"type":"userProfileFieldMatch","userProfileFieldName":"Brand","dataSourceFieldName":"BrandRef"},{"type":"userProfileFieldMatch","userProfileFieldName":"Business","dataSourceFieldName":"Business"}]},"name":"Choose_logo","label":"Logo"}],"formDataEntries":[]}]]></TemplafySlideFormConfiguration>
</file>

<file path=customXml/itemProps1.xml><?xml version="1.0" encoding="utf-8"?>
<ds:datastoreItem xmlns:ds="http://schemas.openxmlformats.org/officeDocument/2006/customXml" ds:itemID="{E28F56E6-9EFE-0645-8F82-1341CBE56526}">
  <ds:schemaRefs/>
</ds:datastoreItem>
</file>

<file path=customXml/itemProps2.xml><?xml version="1.0" encoding="utf-8"?>
<ds:datastoreItem xmlns:ds="http://schemas.openxmlformats.org/officeDocument/2006/customXml" ds:itemID="{E5A9BFFF-2C60-4DDB-8E60-595EBADD2611}">
  <ds:schemaRefs>
    <ds:schemaRef ds:uri="http://schemas.microsoft.com/sharepoint/v3/contenttype/forms"/>
  </ds:schemaRefs>
</ds:datastoreItem>
</file>

<file path=customXml/itemProps3.xml><?xml version="1.0" encoding="utf-8"?>
<ds:datastoreItem xmlns:ds="http://schemas.openxmlformats.org/officeDocument/2006/customXml" ds:itemID="{94667F6B-DF37-4512-9399-C7CC8C1F7E3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2c928ed-932d-4dd7-97fe-17f31074864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4E24AED4-4FF6-4195-B3F5-F109B7181781}">
  <ds:schemaRefs>
    <ds:schemaRef ds:uri="3178e0b6-b650-4897-82c8-d90b5e01e8f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12c928ed-932d-4dd7-97fe-17f310748645"/>
  </ds:schemaRefs>
</ds:datastoreItem>
</file>

<file path=customXml/itemProps5.xml><?xml version="1.0" encoding="utf-8"?>
<ds:datastoreItem xmlns:ds="http://schemas.openxmlformats.org/officeDocument/2006/customXml" ds:itemID="{A2098D80-26E0-F841-AC93-B7877FA67789}">
  <ds:schemaRefs/>
</ds:datastoreItem>
</file>

<file path=docMetadata/LabelInfo.xml><?xml version="1.0" encoding="utf-8"?>
<clbl:labelList xmlns:clbl="http://schemas.microsoft.com/office/2020/mipLabelMetadata">
  <clbl:label id="{ea60d57e-af5b-4752-ac57-3e4f28ca11dc}" enabled="1" method="Standard" siteId="{36da45f1-dd2c-4d1f-af13-5abe46b99921}" removed="0"/>
</clbl:labelList>
</file>

<file path=docProps/app.xml><?xml version="1.0" encoding="utf-8"?>
<Properties xmlns="http://schemas.openxmlformats.org/officeDocument/2006/extended-properties" xmlns:vt="http://schemas.openxmlformats.org/officeDocument/2006/docPropsVTypes">
  <TotalTime>0</TotalTime>
  <Words>5558</Words>
  <Application>Microsoft Office PowerPoint</Application>
  <PresentationFormat>Widescreen</PresentationFormat>
  <Paragraphs>935</Paragraphs>
  <Slides>3</Slides>
  <Notes>1</Notes>
  <HiddenSlides>0</HiddenSlides>
  <MMClips>0</MMClips>
  <ScaleCrop>false</ScaleCrop>
  <HeadingPairs>
    <vt:vector size="4" baseType="variant">
      <vt:variant>
        <vt:lpstr>Theme</vt:lpstr>
      </vt:variant>
      <vt:variant>
        <vt:i4>3</vt:i4>
      </vt:variant>
      <vt:variant>
        <vt:lpstr>Slide Titles</vt:lpstr>
      </vt:variant>
      <vt:variant>
        <vt:i4>3</vt:i4>
      </vt:variant>
    </vt:vector>
  </HeadingPairs>
  <TitlesOfParts>
    <vt:vector size="6" baseType="lpstr">
      <vt:lpstr>2_Deloitte Brand Theme</vt:lpstr>
      <vt:lpstr>2_GenAI_202307</vt:lpstr>
      <vt:lpstr>1_Deloitte_Brand_Theme</vt:lpstr>
      <vt:lpstr>Zora AI™ | Comparing AI Approaches: Why Zora AI Stands Out  </vt:lpstr>
      <vt:lpstr>Zora AI™ | Why Zora AI?</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Chemicals</dc:title>
  <dc:subject>AI Productivity Analysis</dc:subject>
  <dc:creator>AI Blueprint</dc:creator>
  <cp:lastModifiedBy>Lima, Analia</cp:lastModifiedBy>
  <cp:revision>7</cp:revision>
  <dcterms:created xsi:type="dcterms:W3CDTF">2026-06-09T15:30:02Z</dcterms:created>
  <dcterms:modified xsi:type="dcterms:W3CDTF">2026-09-09T13:19:23Z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0x010100295C0A41E11E2646B8119A038626E984</vt:lpwstr>
  </property>
</Properties>
</file>